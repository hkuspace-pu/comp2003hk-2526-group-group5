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75" r:id="rId11"/>
    <p:sldId id="274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1/1/2026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817346" y="2016343"/>
            <a:ext cx="7768959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chemeClr val="accent2"/>
                </a:solidFill>
              </a:rPr>
              <a:t>COMP2003HK</a:t>
            </a:r>
            <a:br>
              <a:rPr lang="pt-BR" altLang="zh-HK" sz="4200" b="1" dirty="0">
                <a:solidFill>
                  <a:schemeClr val="accent2"/>
                </a:solidFill>
              </a:rPr>
            </a:br>
            <a:r>
              <a:rPr lang="pt-BR" altLang="zh-HK" sz="4200" b="1" dirty="0" err="1">
                <a:solidFill>
                  <a:schemeClr val="accent2"/>
                </a:solidFill>
              </a:rPr>
              <a:t>Computing</a:t>
            </a:r>
            <a:r>
              <a:rPr lang="pt-BR" altLang="zh-HK" sz="4200" b="1" dirty="0">
                <a:solidFill>
                  <a:schemeClr val="accent2"/>
                </a:solidFill>
              </a:rPr>
              <a:t> </a:t>
            </a:r>
            <a:r>
              <a:rPr lang="pt-BR" altLang="zh-HK" sz="4200" b="1" dirty="0" err="1">
                <a:solidFill>
                  <a:schemeClr val="accent2"/>
                </a:solidFill>
              </a:rPr>
              <a:t>Group</a:t>
            </a:r>
            <a:r>
              <a:rPr lang="pt-BR" altLang="zh-HK" sz="4200" b="1" dirty="0">
                <a:solidFill>
                  <a:schemeClr val="accent2"/>
                </a:solidFill>
              </a:rPr>
              <a:t> Project</a:t>
            </a:r>
            <a:endParaRPr lang="zh-TW" sz="4200" dirty="0">
              <a:solidFill>
                <a:schemeClr val="accent2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886357" y="3662645"/>
            <a:ext cx="7768959" cy="1096899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TW" b="1" dirty="0">
                <a:solidFill>
                  <a:schemeClr val="accent2"/>
                </a:solidFill>
              </a:rPr>
              <a:t> Project Planning </a:t>
            </a:r>
            <a:r>
              <a:rPr lang="pt-BR" altLang="zh-TW" b="1" dirty="0" err="1">
                <a:solidFill>
                  <a:schemeClr val="accent2"/>
                </a:solidFill>
              </a:rPr>
              <a:t>Process</a:t>
            </a:r>
            <a:r>
              <a:rPr lang="pt-BR" altLang="zh-TW" b="1" dirty="0">
                <a:solidFill>
                  <a:schemeClr val="accent2"/>
                </a:solidFill>
              </a:rPr>
              <a:t> </a:t>
            </a:r>
            <a:br>
              <a:rPr lang="pt-BR" altLang="zh-TW" b="1" dirty="0">
                <a:solidFill>
                  <a:schemeClr val="accent2"/>
                </a:solidFill>
              </a:rPr>
            </a:b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(</a:t>
            </a:r>
            <a:r>
              <a:rPr lang="pt-BR" altLang="zh-HK" b="1" dirty="0">
                <a:solidFill>
                  <a:schemeClr val="accent2"/>
                </a:solidFill>
                <a:highlight>
                  <a:srgbClr val="FFFF00"/>
                </a:highlight>
              </a:rPr>
              <a:t>Follow-up </a:t>
            </a:r>
            <a:r>
              <a:rPr lang="pt-BR" altLang="zh-HK" b="1" dirty="0" err="1">
                <a:solidFill>
                  <a:schemeClr val="accent2"/>
                </a:solidFill>
                <a:highlight>
                  <a:srgbClr val="FFFF00"/>
                </a:highlight>
              </a:rPr>
              <a:t>needed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)</a:t>
            </a:r>
            <a:endParaRPr lang="zh-TW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86019" name="矩形 3"/>
          <p:cNvSpPr>
            <a:spLocks noGrp="1" noChangeArrowheads="1"/>
          </p:cNvSpPr>
          <p:nvPr>
            <p:ph idx="1"/>
          </p:nvPr>
        </p:nvSpPr>
        <p:spPr>
          <a:xfrm>
            <a:off x="677511" y="1760540"/>
            <a:ext cx="8598907" cy="3880773"/>
          </a:xfrm>
        </p:spPr>
        <p:txBody>
          <a:bodyPr/>
          <a:lstStyle/>
          <a:p>
            <a:r>
              <a:rPr lang="en-US" altLang="zh-HK" dirty="0"/>
              <a:t>Articulation of the project planning process and design decisions.</a:t>
            </a:r>
          </a:p>
          <a:p>
            <a:r>
              <a:rPr lang="en-US" altLang="zh-HK" dirty="0"/>
              <a:t>Our audience is the client, so do not no need to take many time to talk  about project background.</a:t>
            </a:r>
          </a:p>
          <a:p>
            <a:r>
              <a:rPr lang="en-US" altLang="zh-HK" dirty="0"/>
              <a:t>How our plan the whole project ?</a:t>
            </a:r>
          </a:p>
          <a:p>
            <a:r>
              <a:rPr lang="en-US" altLang="zh-HK" dirty="0"/>
              <a:t>Example: By what time / how much % we finish/How is the progress now ?</a:t>
            </a:r>
          </a:p>
          <a:p>
            <a:endParaRPr lang="en-US" altLang="zh-HK" dirty="0"/>
          </a:p>
          <a:p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45056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609600"/>
            <a:ext cx="8598907" cy="733425"/>
          </a:xfrm>
        </p:spPr>
        <p:txBody>
          <a:bodyPr/>
          <a:lstStyle/>
          <a:p>
            <a:r>
              <a:rPr lang="pt-BR" altLang="zh-TW" b="1" dirty="0">
                <a:solidFill>
                  <a:schemeClr val="accent2"/>
                </a:solidFill>
              </a:rPr>
              <a:t>Design </a:t>
            </a:r>
            <a:r>
              <a:rPr lang="pt-BR" altLang="zh-TW" b="1" dirty="0" err="1">
                <a:solidFill>
                  <a:schemeClr val="accent2"/>
                </a:solidFill>
              </a:rPr>
              <a:t>Decisions</a:t>
            </a:r>
            <a:r>
              <a:rPr lang="pt-BR" altLang="zh-TW" b="1" dirty="0">
                <a:solidFill>
                  <a:schemeClr val="accent2"/>
                </a:solidFill>
              </a:rPr>
              <a:t> 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(</a:t>
            </a:r>
            <a:r>
              <a:rPr lang="pt-BR" altLang="zh-HK" b="1" dirty="0">
                <a:highlight>
                  <a:srgbClr val="FFFF00"/>
                </a:highlight>
              </a:rPr>
              <a:t>Follow-up </a:t>
            </a:r>
            <a:r>
              <a:rPr lang="pt-BR" altLang="zh-HK" b="1" dirty="0" err="1">
                <a:highlight>
                  <a:srgbClr val="FFFF00"/>
                </a:highlight>
              </a:rPr>
              <a:t>needed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)</a:t>
            </a:r>
            <a:endParaRPr lang="zh-TW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91139" name="矩形 3"/>
          <p:cNvSpPr>
            <a:spLocks noGrp="1" noChangeArrowheads="1"/>
          </p:cNvSpPr>
          <p:nvPr>
            <p:ph idx="1"/>
          </p:nvPr>
        </p:nvSpPr>
        <p:spPr>
          <a:xfrm>
            <a:off x="677511" y="1617665"/>
            <a:ext cx="8598907" cy="4211635"/>
          </a:xfrm>
        </p:spPr>
        <p:txBody>
          <a:bodyPr/>
          <a:lstStyle/>
          <a:p>
            <a:r>
              <a:rPr lang="en-GB" altLang="zh-HK" dirty="0"/>
              <a:t>How you choose your gamification elements</a:t>
            </a:r>
            <a:r>
              <a:rPr lang="zh-HK" altLang="en-GB" dirty="0"/>
              <a:t>？</a:t>
            </a:r>
            <a:endParaRPr lang="en-US" altLang="zh-HK" dirty="0"/>
          </a:p>
          <a:p>
            <a:r>
              <a:rPr lang="en-US" altLang="zh-HK" dirty="0"/>
              <a:t>How you are paradise your functionalities</a:t>
            </a:r>
            <a:r>
              <a:rPr lang="zh-HK" altLang="en-US" dirty="0"/>
              <a:t>？</a:t>
            </a:r>
            <a:endParaRPr lang="en-US" altLang="zh-HK" dirty="0"/>
          </a:p>
          <a:p>
            <a:r>
              <a:rPr lang="en-US" altLang="zh-HK" dirty="0"/>
              <a:t>Your choice for Platform / Program language?</a:t>
            </a:r>
          </a:p>
          <a:p>
            <a:r>
              <a:rPr lang="en-US" altLang="zh-TW" dirty="0"/>
              <a:t>Good to use Comparison or some choices that we come to our final.</a:t>
            </a:r>
            <a:endParaRPr lang="en-US" altLang="zh-HK" dirty="0"/>
          </a:p>
          <a:p>
            <a:r>
              <a:rPr lang="en-US" altLang="zh-TW" dirty="0" err="1"/>
              <a:t>Eg.</a:t>
            </a:r>
            <a:r>
              <a:rPr lang="en-US" altLang="zh-TW" dirty="0"/>
              <a:t> </a:t>
            </a:r>
            <a:r>
              <a:rPr lang="en-US" altLang="zh-HK" dirty="0"/>
              <a:t>We would like to use. Why was this decision made? It can't simply be because we only know XXX language.</a:t>
            </a:r>
          </a:p>
        </p:txBody>
      </p:sp>
    </p:spTree>
    <p:extLst>
      <p:ext uri="{BB962C8B-B14F-4D97-AF65-F5344CB8AC3E}">
        <p14:creationId xmlns:p14="http://schemas.microsoft.com/office/powerpoint/2010/main" val="380769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accent2"/>
                </a:solidFill>
                <a:latin typeface="+mn-ea"/>
                <a:ea typeface="+mn-ea"/>
              </a:rPr>
              <a:t>Demonstration of an initial prototype</a:t>
            </a:r>
            <a:endParaRPr lang="zh-TW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228D65-209B-BF24-BA2E-527975808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511" y="1431985"/>
            <a:ext cx="8483742" cy="4609376"/>
          </a:xfrm>
        </p:spPr>
        <p:txBody>
          <a:bodyPr/>
          <a:lstStyle/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21710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70626"/>
          </a:xfrm>
        </p:spPr>
        <p:txBody>
          <a:bodyPr anchor="t">
            <a:norm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pic>
        <p:nvPicPr>
          <p:cNvPr id="6" name="內容版面配置區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1B82C2B8-8458-60C8-DA1B-0C8209DD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01" y="1602596"/>
            <a:ext cx="8221926" cy="411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Home Page( Gamification )</a:t>
            </a:r>
          </a:p>
        </p:txBody>
      </p:sp>
      <p:pic>
        <p:nvPicPr>
          <p:cNvPr id="3" name="圖片 2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4DDB3A7C-28EB-5940-8553-7913EAAF6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171" y="1536933"/>
            <a:ext cx="7084911" cy="47114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793D-BC00-DF09-3AC6-BF6A98A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EAE5265F-A5BF-BE06-9606-AF73E3E8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4" name="圖片 3" descr="一張含有 文字, 螢幕擷取畫面, 作業系統 的圖片&#10;&#10;AI 產生的內容可能不正確。">
            <a:extLst>
              <a:ext uri="{FF2B5EF4-FFF2-40B4-BE49-F238E27FC236}">
                <a16:creationId xmlns:a16="http://schemas.microsoft.com/office/drawing/2014/main" id="{3BF7E686-50AE-1BDF-CB5D-9601F0E1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0" y="1490785"/>
            <a:ext cx="7036544" cy="4608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6411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r>
              <a:rPr lang="en-US" altLang="zh-TW" dirty="0">
                <a:solidFill>
                  <a:schemeClr val="accent1"/>
                </a:solidFill>
              </a:rPr>
              <a:t>Thank You</a:t>
            </a:r>
            <a:endParaRPr lang="zh-TW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3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185</TotalTime>
  <Words>162</Words>
  <Application>Microsoft Office PowerPoint</Application>
  <PresentationFormat>寬螢幕</PresentationFormat>
  <Paragraphs>20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Microsoft JhengHei UI</vt:lpstr>
      <vt:lpstr>Arial</vt:lpstr>
      <vt:lpstr>Wingdings 3</vt:lpstr>
      <vt:lpstr>多面向</vt:lpstr>
      <vt:lpstr>COMP2003HK Computing Group Project</vt:lpstr>
      <vt:lpstr> Project Planning Process  (Follow-up needed)</vt:lpstr>
      <vt:lpstr>Design Decisions (Follow-up needed)</vt:lpstr>
      <vt:lpstr>Demonstration of an initial prototype</vt:lpstr>
      <vt:lpstr>Welcome &amp; User Login Page</vt:lpstr>
      <vt:lpstr>Home Page( Gamification )</vt:lpstr>
      <vt:lpstr>Dashboard</vt:lpstr>
      <vt:lpstr>Session logging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a26030</cp:lastModifiedBy>
  <cp:revision>18</cp:revision>
  <dcterms:created xsi:type="dcterms:W3CDTF">2025-12-30T15:35:04Z</dcterms:created>
  <dcterms:modified xsi:type="dcterms:W3CDTF">2026-01-01T08:11:07Z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