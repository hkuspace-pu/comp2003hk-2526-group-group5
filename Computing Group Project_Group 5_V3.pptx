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81" r:id="rId6"/>
    <p:sldId id="260" r:id="rId7"/>
    <p:sldId id="261" r:id="rId8"/>
    <p:sldId id="262" r:id="rId9"/>
    <p:sldId id="278" r:id="rId10"/>
    <p:sldId id="279" r:id="rId11"/>
    <p:sldId id="280" r:id="rId12"/>
    <p:sldId id="275" r:id="rId13"/>
    <p:sldId id="274" r:id="rId14"/>
    <p:sldId id="276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72E21-DEB7-4B08-BB01-084B525D19AD}" v="2" dt="2026-01-05T15:45:42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5/1/2026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7C7A-27E1-1BFC-F620-2D816B915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>
            <a:extLst>
              <a:ext uri="{FF2B5EF4-FFF2-40B4-BE49-F238E27FC236}">
                <a16:creationId xmlns:a16="http://schemas.microsoft.com/office/drawing/2014/main" id="{7DCD91F7-094D-C1EF-F92D-4FD7450C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 anchor="t">
            <a:normAutofit/>
          </a:bodyPr>
          <a:lstStyle/>
          <a:p>
            <a:r>
              <a:rPr lang="pt-BR" altLang="zh-TW" b="1"/>
              <a:t> Project Planning </a:t>
            </a:r>
            <a:r>
              <a:rPr lang="pt-BR" altLang="zh-TW" b="1" err="1"/>
              <a:t>Process</a:t>
            </a:r>
            <a:r>
              <a:rPr lang="pt-BR" altLang="zh-TW" b="1"/>
              <a:t> </a:t>
            </a:r>
            <a:endParaRPr lang="zh-TW" b="1">
              <a:highlight>
                <a:srgbClr val="FFFF00"/>
              </a:highlight>
            </a:endParaRPr>
          </a:p>
        </p:txBody>
      </p:sp>
      <p:sp>
        <p:nvSpPr>
          <p:cNvPr id="86019" name="矩形 3">
            <a:extLst>
              <a:ext uri="{FF2B5EF4-FFF2-40B4-BE49-F238E27FC236}">
                <a16:creationId xmlns:a16="http://schemas.microsoft.com/office/drawing/2014/main" id="{38F3B01F-0296-1649-2543-78FBCEA29F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HK" dirty="0"/>
          </a:p>
          <a:p>
            <a:endParaRPr lang="zh-TW" dirty="0"/>
          </a:p>
        </p:txBody>
      </p:sp>
      <p:pic>
        <p:nvPicPr>
          <p:cNvPr id="5" name="圖片 4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7BC2DBA1-5829-65B5-5074-9147F803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270000"/>
            <a:ext cx="6410204" cy="531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accent2"/>
                </a:solidFill>
                <a:latin typeface="+mn-ea"/>
                <a:ea typeface="+mn-ea"/>
              </a:rPr>
              <a:t>Demonstration of an initial prototype</a:t>
            </a:r>
            <a:endParaRPr lang="zh-TW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28D65-209B-BF24-BA2E-527975808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511" y="1431985"/>
            <a:ext cx="8483742" cy="4609376"/>
          </a:xfrm>
        </p:spPr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21710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11" y="21336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Home Page( Gamification )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33425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 err="1">
                <a:solidFill>
                  <a:srgbClr val="FF000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ptos" panose="020B0004020202020204" pitchFamily="34" charset="0"/>
              </a:rPr>
              <a:t>Setting Page</a:t>
            </a:r>
            <a:endParaRPr lang="en-GB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r>
              <a:rPr lang="en-US" altLang="zh-TW" dirty="0">
                <a:solidFill>
                  <a:schemeClr val="accent1"/>
                </a:solidFill>
              </a:rPr>
              <a:t>Thank You</a:t>
            </a:r>
            <a:endParaRPr lang="zh-TW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2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248</TotalTime>
  <Words>163</Words>
  <Application>Microsoft Office PowerPoint</Application>
  <PresentationFormat>寬螢幕</PresentationFormat>
  <Paragraphs>38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</vt:lpstr>
      <vt:lpstr>Demonstration of an initial prototype</vt:lpstr>
      <vt:lpstr>Welcome &amp; User Login Page</vt:lpstr>
      <vt:lpstr>Home Page( Gamification )</vt:lpstr>
      <vt:lpstr>Prioritized &amp; Functionalities</vt:lpstr>
      <vt:lpstr>Technology Stack</vt:lpstr>
      <vt:lpstr>Why This Combination Works</vt:lpstr>
      <vt:lpstr>Dashboard</vt:lpstr>
      <vt:lpstr>Session logging</vt:lpstr>
      <vt:lpstr>Setting Page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a26030</cp:lastModifiedBy>
  <cp:revision>21</cp:revision>
  <dcterms:created xsi:type="dcterms:W3CDTF">2025-12-30T15:35:04Z</dcterms:created>
  <dcterms:modified xsi:type="dcterms:W3CDTF">2026-01-05T15:50:08Z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