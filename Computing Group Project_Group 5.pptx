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57" r:id="rId5"/>
    <p:sldId id="258" r:id="rId6"/>
    <p:sldId id="259" r:id="rId7"/>
    <p:sldId id="260" r:id="rId8"/>
    <p:sldId id="261" r:id="rId9"/>
    <p:sldId id="262" r:id="rId10"/>
    <p:sldId id="278" r:id="rId11"/>
    <p:sldId id="279" r:id="rId12"/>
    <p:sldId id="280" r:id="rId13"/>
    <p:sldId id="275" r:id="rId14"/>
    <p:sldId id="274" r:id="rId15"/>
    <p:sldId id="276" r:id="rId16"/>
    <p:sldId id="272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80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線接點 6"/>
          <p:cNvCxnSpPr/>
          <p:nvPr/>
        </p:nvCxnSpPr>
        <p:spPr>
          <a:xfrm>
            <a:off x="9373453" y="0"/>
            <a:ext cx="1219518" cy="685800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直線接點 7"/>
          <p:cNvCxnSpPr/>
          <p:nvPr/>
        </p:nvCxnSpPr>
        <p:spPr>
          <a:xfrm flipV="1">
            <a:off x="7427201" y="3681414"/>
            <a:ext cx="4764799" cy="3176587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手繪多邊形 8"/>
          <p:cNvSpPr/>
          <p:nvPr/>
        </p:nvSpPr>
        <p:spPr>
          <a:xfrm>
            <a:off x="9188726" y="-8467"/>
            <a:ext cx="3006450" cy="6866467"/>
          </a:xfrm>
          <a:custGeom>
            <a:avLst/>
            <a:gdLst>
              <a:gd name="connsiteX0" fmla="*/ 2023534 w 3005667"/>
              <a:gd name="connsiteY0" fmla="*/ 8467 h 6866467"/>
              <a:gd name="connsiteX1" fmla="*/ 0 w 3005667"/>
              <a:gd name="connsiteY1" fmla="*/ 6866467 h 6866467"/>
              <a:gd name="connsiteX2" fmla="*/ 2997200 w 3005667"/>
              <a:gd name="connsiteY2" fmla="*/ 6858000 h 6866467"/>
              <a:gd name="connsiteX3" fmla="*/ 3005667 w 3005667"/>
              <a:gd name="connsiteY3" fmla="*/ 0 h 6866467"/>
              <a:gd name="connsiteX4" fmla="*/ 2023534 w 3005667"/>
              <a:gd name="connsiteY4" fmla="*/ 8467 h 6866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05667" h="6866467">
                <a:moveTo>
                  <a:pt x="2023534" y="8467"/>
                </a:moveTo>
                <a:lnTo>
                  <a:pt x="0" y="6866467"/>
                </a:lnTo>
                <a:lnTo>
                  <a:pt x="2997200" y="6858000"/>
                </a:lnTo>
                <a:cubicBezTo>
                  <a:pt x="3000022" y="4572000"/>
                  <a:pt x="3002845" y="2286000"/>
                  <a:pt x="3005667" y="0"/>
                </a:cubicBezTo>
                <a:lnTo>
                  <a:pt x="2023534" y="8467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sz="1800"/>
          </a:p>
        </p:txBody>
      </p:sp>
      <p:sp>
        <p:nvSpPr>
          <p:cNvPr id="10" name="手繪多邊形 9"/>
          <p:cNvSpPr/>
          <p:nvPr/>
        </p:nvSpPr>
        <p:spPr>
          <a:xfrm>
            <a:off x="9603701" y="-8467"/>
            <a:ext cx="2591475" cy="6866467"/>
          </a:xfrm>
          <a:custGeom>
            <a:avLst/>
            <a:gdLst>
              <a:gd name="connsiteX0" fmla="*/ 0 w 2590800"/>
              <a:gd name="connsiteY0" fmla="*/ 0 h 6866467"/>
              <a:gd name="connsiteX1" fmla="*/ 1202267 w 2590800"/>
              <a:gd name="connsiteY1" fmla="*/ 6866467 h 6866467"/>
              <a:gd name="connsiteX2" fmla="*/ 2590800 w 2590800"/>
              <a:gd name="connsiteY2" fmla="*/ 6866467 h 6866467"/>
              <a:gd name="connsiteX3" fmla="*/ 2582333 w 2590800"/>
              <a:gd name="connsiteY3" fmla="*/ 0 h 6866467"/>
              <a:gd name="connsiteX4" fmla="*/ 0 w 2590800"/>
              <a:gd name="connsiteY4" fmla="*/ 0 h 6866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90800" h="6866467">
                <a:moveTo>
                  <a:pt x="0" y="0"/>
                </a:moveTo>
                <a:lnTo>
                  <a:pt x="1202267" y="6866467"/>
                </a:lnTo>
                <a:lnTo>
                  <a:pt x="2590800" y="6866467"/>
                </a:lnTo>
                <a:cubicBezTo>
                  <a:pt x="2587978" y="4577645"/>
                  <a:pt x="2585155" y="2288822"/>
                  <a:pt x="2582333" y="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sz="1800"/>
          </a:p>
        </p:txBody>
      </p:sp>
      <p:sp>
        <p:nvSpPr>
          <p:cNvPr id="11" name="手繪多邊形 10"/>
          <p:cNvSpPr/>
          <p:nvPr/>
        </p:nvSpPr>
        <p:spPr>
          <a:xfrm>
            <a:off x="8934660" y="3048000"/>
            <a:ext cx="3260516" cy="3810000"/>
          </a:xfrm>
          <a:custGeom>
            <a:avLst/>
            <a:gdLst>
              <a:gd name="connsiteX0" fmla="*/ 0 w 3259667"/>
              <a:gd name="connsiteY0" fmla="*/ 3810000 h 3810000"/>
              <a:gd name="connsiteX1" fmla="*/ 3251200 w 3259667"/>
              <a:gd name="connsiteY1" fmla="*/ 0 h 3810000"/>
              <a:gd name="connsiteX2" fmla="*/ 3259667 w 3259667"/>
              <a:gd name="connsiteY2" fmla="*/ 3810000 h 3810000"/>
              <a:gd name="connsiteX3" fmla="*/ 0 w 3259667"/>
              <a:gd name="connsiteY3" fmla="*/ 3810000 h 38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59667" h="3810000">
                <a:moveTo>
                  <a:pt x="0" y="3810000"/>
                </a:moveTo>
                <a:lnTo>
                  <a:pt x="3251200" y="0"/>
                </a:lnTo>
                <a:cubicBezTo>
                  <a:pt x="3254022" y="1270000"/>
                  <a:pt x="3256845" y="2540000"/>
                  <a:pt x="3259667" y="3810000"/>
                </a:cubicBezTo>
                <a:lnTo>
                  <a:pt x="0" y="3810000"/>
                </a:lnTo>
                <a:close/>
              </a:path>
            </a:pathLst>
          </a:cu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sz="1800"/>
          </a:p>
        </p:txBody>
      </p:sp>
      <p:sp>
        <p:nvSpPr>
          <p:cNvPr id="12" name="手繪多邊形 11"/>
          <p:cNvSpPr/>
          <p:nvPr/>
        </p:nvSpPr>
        <p:spPr>
          <a:xfrm>
            <a:off x="9341166" y="-8467"/>
            <a:ext cx="2854010" cy="6866467"/>
          </a:xfrm>
          <a:custGeom>
            <a:avLst/>
            <a:gdLst>
              <a:gd name="connsiteX0" fmla="*/ 0 w 2853267"/>
              <a:gd name="connsiteY0" fmla="*/ 0 h 6866467"/>
              <a:gd name="connsiteX1" fmla="*/ 2472267 w 2853267"/>
              <a:gd name="connsiteY1" fmla="*/ 6866467 h 6866467"/>
              <a:gd name="connsiteX2" fmla="*/ 2853267 w 2853267"/>
              <a:gd name="connsiteY2" fmla="*/ 6858000 h 6866467"/>
              <a:gd name="connsiteX3" fmla="*/ 2853267 w 2853267"/>
              <a:gd name="connsiteY3" fmla="*/ 0 h 6866467"/>
              <a:gd name="connsiteX4" fmla="*/ 0 w 2853267"/>
              <a:gd name="connsiteY4" fmla="*/ 0 h 6866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53267" h="6866467">
                <a:moveTo>
                  <a:pt x="0" y="0"/>
                </a:moveTo>
                <a:lnTo>
                  <a:pt x="2472267" y="6866467"/>
                </a:lnTo>
                <a:lnTo>
                  <a:pt x="2853267" y="6858000"/>
                </a:lnTo>
                <a:lnTo>
                  <a:pt x="2853267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sz="1800"/>
          </a:p>
        </p:txBody>
      </p:sp>
      <p:sp>
        <p:nvSpPr>
          <p:cNvPr id="13" name="手繪多邊形 12"/>
          <p:cNvSpPr/>
          <p:nvPr/>
        </p:nvSpPr>
        <p:spPr>
          <a:xfrm>
            <a:off x="10907908" y="-8467"/>
            <a:ext cx="1287268" cy="6866467"/>
          </a:xfrm>
          <a:custGeom>
            <a:avLst/>
            <a:gdLst>
              <a:gd name="connsiteX0" fmla="*/ 1016000 w 1286933"/>
              <a:gd name="connsiteY0" fmla="*/ 0 h 6866467"/>
              <a:gd name="connsiteX1" fmla="*/ 0 w 1286933"/>
              <a:gd name="connsiteY1" fmla="*/ 6866467 h 6866467"/>
              <a:gd name="connsiteX2" fmla="*/ 1286933 w 1286933"/>
              <a:gd name="connsiteY2" fmla="*/ 6866467 h 6866467"/>
              <a:gd name="connsiteX3" fmla="*/ 1278466 w 1286933"/>
              <a:gd name="connsiteY3" fmla="*/ 0 h 6866467"/>
              <a:gd name="connsiteX4" fmla="*/ 1016000 w 1286933"/>
              <a:gd name="connsiteY4" fmla="*/ 0 h 6866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86933" h="6866467">
                <a:moveTo>
                  <a:pt x="1016000" y="0"/>
                </a:moveTo>
                <a:lnTo>
                  <a:pt x="0" y="6866467"/>
                </a:lnTo>
                <a:lnTo>
                  <a:pt x="1286933" y="6866467"/>
                </a:lnTo>
                <a:cubicBezTo>
                  <a:pt x="1284111" y="4577645"/>
                  <a:pt x="1281288" y="2288822"/>
                  <a:pt x="1278466" y="0"/>
                </a:cubicBezTo>
                <a:lnTo>
                  <a:pt x="1016000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sz="1800"/>
          </a:p>
        </p:txBody>
      </p:sp>
      <p:sp>
        <p:nvSpPr>
          <p:cNvPr id="14" name="手繪多邊形 13"/>
          <p:cNvSpPr/>
          <p:nvPr/>
        </p:nvSpPr>
        <p:spPr>
          <a:xfrm>
            <a:off x="10941783" y="-8468"/>
            <a:ext cx="1270575" cy="6866467"/>
          </a:xfrm>
          <a:custGeom>
            <a:avLst/>
            <a:gdLst>
              <a:gd name="connsiteX0" fmla="*/ 0 w 1244600"/>
              <a:gd name="connsiteY0" fmla="*/ 0 h 6874934"/>
              <a:gd name="connsiteX1" fmla="*/ 1117600 w 1244600"/>
              <a:gd name="connsiteY1" fmla="*/ 6866467 h 6874934"/>
              <a:gd name="connsiteX2" fmla="*/ 1244600 w 1244600"/>
              <a:gd name="connsiteY2" fmla="*/ 6874934 h 6874934"/>
              <a:gd name="connsiteX3" fmla="*/ 1236134 w 1244600"/>
              <a:gd name="connsiteY3" fmla="*/ 0 h 6874934"/>
              <a:gd name="connsiteX4" fmla="*/ 0 w 1244600"/>
              <a:gd name="connsiteY4" fmla="*/ 0 h 6874934"/>
              <a:gd name="connsiteX0" fmla="*/ 0 w 1253067"/>
              <a:gd name="connsiteY0" fmla="*/ 0 h 6874934"/>
              <a:gd name="connsiteX1" fmla="*/ 1117600 w 1253067"/>
              <a:gd name="connsiteY1" fmla="*/ 6866467 h 6874934"/>
              <a:gd name="connsiteX2" fmla="*/ 1244600 w 1253067"/>
              <a:gd name="connsiteY2" fmla="*/ 6874934 h 6874934"/>
              <a:gd name="connsiteX3" fmla="*/ 1253067 w 1253067"/>
              <a:gd name="connsiteY3" fmla="*/ 0 h 6874934"/>
              <a:gd name="connsiteX4" fmla="*/ 0 w 1253067"/>
              <a:gd name="connsiteY4" fmla="*/ 0 h 6874934"/>
              <a:gd name="connsiteX0" fmla="*/ 0 w 1270244"/>
              <a:gd name="connsiteY0" fmla="*/ 0 h 6866467"/>
              <a:gd name="connsiteX1" fmla="*/ 1117600 w 1270244"/>
              <a:gd name="connsiteY1" fmla="*/ 6866467 h 6866467"/>
              <a:gd name="connsiteX2" fmla="*/ 1270000 w 1270244"/>
              <a:gd name="connsiteY2" fmla="*/ 6866467 h 6866467"/>
              <a:gd name="connsiteX3" fmla="*/ 1253067 w 1270244"/>
              <a:gd name="connsiteY3" fmla="*/ 0 h 6866467"/>
              <a:gd name="connsiteX4" fmla="*/ 0 w 1270244"/>
              <a:gd name="connsiteY4" fmla="*/ 0 h 6866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70244" h="6866467">
                <a:moveTo>
                  <a:pt x="0" y="0"/>
                </a:moveTo>
                <a:lnTo>
                  <a:pt x="1117600" y="6866467"/>
                </a:lnTo>
                <a:lnTo>
                  <a:pt x="1270000" y="6866467"/>
                </a:lnTo>
                <a:cubicBezTo>
                  <a:pt x="1272822" y="4574822"/>
                  <a:pt x="1250245" y="2291645"/>
                  <a:pt x="1253067" y="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sz="1800"/>
          </a:p>
        </p:txBody>
      </p:sp>
      <p:sp>
        <p:nvSpPr>
          <p:cNvPr id="15" name="手繪多邊形 14"/>
          <p:cNvSpPr/>
          <p:nvPr/>
        </p:nvSpPr>
        <p:spPr>
          <a:xfrm>
            <a:off x="-8468" y="-8468"/>
            <a:ext cx="863825" cy="5698067"/>
          </a:xfrm>
          <a:custGeom>
            <a:avLst/>
            <a:gdLst>
              <a:gd name="connsiteX0" fmla="*/ 0 w 863600"/>
              <a:gd name="connsiteY0" fmla="*/ 8467 h 5698067"/>
              <a:gd name="connsiteX1" fmla="*/ 863600 w 863600"/>
              <a:gd name="connsiteY1" fmla="*/ 0 h 5698067"/>
              <a:gd name="connsiteX2" fmla="*/ 863600 w 863600"/>
              <a:gd name="connsiteY2" fmla="*/ 16934 h 5698067"/>
              <a:gd name="connsiteX3" fmla="*/ 0 w 863600"/>
              <a:gd name="connsiteY3" fmla="*/ 5698067 h 5698067"/>
              <a:gd name="connsiteX4" fmla="*/ 0 w 863600"/>
              <a:gd name="connsiteY4" fmla="*/ 8467 h 56980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3600" h="5698067">
                <a:moveTo>
                  <a:pt x="0" y="8467"/>
                </a:moveTo>
                <a:lnTo>
                  <a:pt x="863600" y="0"/>
                </a:lnTo>
                <a:lnTo>
                  <a:pt x="863600" y="16934"/>
                </a:lnTo>
                <a:lnTo>
                  <a:pt x="0" y="5698067"/>
                </a:lnTo>
                <a:lnTo>
                  <a:pt x="0" y="8467"/>
                </a:lnTo>
                <a:close/>
              </a:path>
            </a:pathLst>
          </a:cu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sz="1800"/>
          </a:p>
        </p:txBody>
      </p:sp>
      <p:sp>
        <p:nvSpPr>
          <p:cNvPr id="16" name="手繪多邊形 15"/>
          <p:cNvSpPr/>
          <p:nvPr/>
        </p:nvSpPr>
        <p:spPr>
          <a:xfrm>
            <a:off x="10374369" y="3589868"/>
            <a:ext cx="1820807" cy="3268133"/>
          </a:xfrm>
          <a:custGeom>
            <a:avLst/>
            <a:gdLst>
              <a:gd name="connsiteX0" fmla="*/ 0 w 1820333"/>
              <a:gd name="connsiteY0" fmla="*/ 3268133 h 3268133"/>
              <a:gd name="connsiteX1" fmla="*/ 1811866 w 1820333"/>
              <a:gd name="connsiteY1" fmla="*/ 0 h 3268133"/>
              <a:gd name="connsiteX2" fmla="*/ 1820333 w 1820333"/>
              <a:gd name="connsiteY2" fmla="*/ 3259666 h 3268133"/>
              <a:gd name="connsiteX3" fmla="*/ 0 w 1820333"/>
              <a:gd name="connsiteY3" fmla="*/ 3268133 h 32681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20333" h="3268133">
                <a:moveTo>
                  <a:pt x="0" y="3268133"/>
                </a:moveTo>
                <a:lnTo>
                  <a:pt x="1811866" y="0"/>
                </a:lnTo>
                <a:cubicBezTo>
                  <a:pt x="1814688" y="1086555"/>
                  <a:pt x="1817511" y="2173111"/>
                  <a:pt x="1820333" y="3259666"/>
                </a:cubicBezTo>
                <a:lnTo>
                  <a:pt x="0" y="3268133"/>
                </a:ln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sz="1800"/>
          </a:p>
        </p:txBody>
      </p:sp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07460" y="2404534"/>
            <a:ext cx="7768959" cy="1646302"/>
          </a:xfrm>
        </p:spPr>
        <p:txBody>
          <a:bodyPr anchor="b">
            <a:noAutofit/>
          </a:bodyPr>
          <a:lstStyle>
            <a:lvl1pPr algn="r" latinLnBrk="0">
              <a:defRPr lang="zh-TW" sz="5000">
                <a:solidFill>
                  <a:schemeClr val="accent1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zh-TW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07460" y="4050834"/>
            <a:ext cx="7768959" cy="1096899"/>
          </a:xfrm>
        </p:spPr>
        <p:txBody>
          <a:bodyPr anchor="t"/>
          <a:lstStyle>
            <a:lvl1pPr marL="0" indent="0" algn="r" latinLnBrk="0">
              <a:buNone/>
              <a:defRPr lang="zh-TW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 latinLnBrk="0">
              <a:buNone/>
              <a:defRPr lang="zh-TW"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 latinLnBrk="0">
              <a:buNone/>
              <a:defRPr lang="zh-TW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 latinLnBrk="0">
              <a:buNone/>
              <a:defRPr lang="zh-TW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 latinLnBrk="0">
              <a:buNone/>
              <a:defRPr lang="zh-TW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 latinLnBrk="0">
              <a:buNone/>
              <a:defRPr lang="zh-TW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 latinLnBrk="0">
              <a:buNone/>
              <a:defRPr lang="zh-TW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 latinLnBrk="0">
              <a:buNone/>
              <a:defRPr lang="zh-TW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 latinLnBrk="0">
              <a:buNone/>
              <a:defRPr lang="zh-TW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按一下以編輯母片子標題樣式</a:t>
            </a:r>
            <a:endParaRPr lang="zh-TW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1F0EC-4F60-4544-9956-271209A740FE}" type="datetimeFigureOut">
              <a:t>1/5/2026</a:t>
            </a:fld>
            <a:endParaRPr 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7A5AD-5AEC-42D0-A3BE-F46B40576360}" type="slidenum">
              <a:t>‹#›</a:t>
            </a:fld>
            <a:endParaRPr lang="zh-TW"/>
          </a:p>
        </p:txBody>
      </p:sp>
    </p:spTree>
    <p:extLst>
      <p:ext uri="{BB962C8B-B14F-4D97-AF65-F5344CB8AC3E}">
        <p14:creationId xmlns:p14="http://schemas.microsoft.com/office/powerpoint/2010/main" val="37577274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latinLnBrk="0">
              <a:defRPr lang="zh-TW" sz="3600"/>
            </a:lvl1pPr>
          </a:lstStyle>
          <a:p>
            <a:r>
              <a:rPr lang="zh-TW" altLang="en-US"/>
              <a:t>按一下以編輯母片標題樣式</a:t>
            </a:r>
            <a:endParaRPr lang="zh-TW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1F0EC-4F60-4544-9956-271209A740FE}" type="datetimeFigureOut">
              <a:t>1/5/2026</a:t>
            </a:fld>
            <a:endParaRPr 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7A5AD-5AEC-42D0-A3BE-F46B40576360}" type="slidenum">
              <a:t>‹#›</a:t>
            </a:fld>
            <a:endParaRPr lang="zh-TW"/>
          </a:p>
        </p:txBody>
      </p:sp>
    </p:spTree>
    <p:extLst>
      <p:ext uri="{BB962C8B-B14F-4D97-AF65-F5344CB8AC3E}">
        <p14:creationId xmlns:p14="http://schemas.microsoft.com/office/powerpoint/2010/main" val="25562839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77512" y="2700868"/>
            <a:ext cx="8598907" cy="1826581"/>
          </a:xfrm>
        </p:spPr>
        <p:txBody>
          <a:bodyPr anchor="b"/>
          <a:lstStyle>
            <a:lvl1pPr algn="l" latinLnBrk="0">
              <a:defRPr lang="zh-TW" sz="4000" b="0" cap="none"/>
            </a:lvl1pPr>
          </a:lstStyle>
          <a:p>
            <a:r>
              <a:rPr lang="zh-TW" altLang="en-US"/>
              <a:t>按一下以編輯母片標題樣式</a:t>
            </a:r>
            <a:endParaRPr lang="zh-TW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77512" y="4527448"/>
            <a:ext cx="8598907" cy="860400"/>
          </a:xfrm>
        </p:spPr>
        <p:txBody>
          <a:bodyPr anchor="t"/>
          <a:lstStyle>
            <a:lvl1pPr marL="0" indent="0" algn="l" latinLnBrk="0">
              <a:buNone/>
              <a:defRPr lang="zh-TW"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latinLnBrk="0">
              <a:buNone/>
              <a:defRPr lang="zh-TW"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 latinLnBrk="0">
              <a:buNone/>
              <a:defRPr lang="zh-TW"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latinLnBrk="0">
              <a:buNone/>
              <a:defRPr lang="zh-TW"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latinLnBrk="0">
              <a:buNone/>
              <a:defRPr lang="zh-TW"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latinLnBrk="0">
              <a:buNone/>
              <a:defRPr lang="zh-TW"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latinLnBrk="0">
              <a:buNone/>
              <a:defRPr lang="zh-TW"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latinLnBrk="0">
              <a:buNone/>
              <a:defRPr lang="zh-TW"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latinLnBrk="0">
              <a:buNone/>
              <a:defRPr lang="zh-TW"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1F0EC-4F60-4544-9956-271209A740FE}" type="datetimeFigureOut">
              <a:t>1/5/2026</a:t>
            </a:fld>
            <a:endParaRPr 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7A5AD-5AEC-42D0-A3BE-F46B40576360}" type="slidenum">
              <a:t>‹#›</a:t>
            </a:fld>
            <a:endParaRPr lang="zh-TW"/>
          </a:p>
        </p:txBody>
      </p:sp>
    </p:spTree>
    <p:extLst>
      <p:ext uri="{BB962C8B-B14F-4D97-AF65-F5344CB8AC3E}">
        <p14:creationId xmlns:p14="http://schemas.microsoft.com/office/powerpoint/2010/main" val="24779490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zh-TW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77511" y="2160589"/>
            <a:ext cx="4185125" cy="3880772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5091296" y="2160590"/>
            <a:ext cx="4185124" cy="3880773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1F0EC-4F60-4544-9956-271209A740FE}" type="datetimeFigureOut">
              <a:t>1/5/2026</a:t>
            </a:fld>
            <a:endParaRPr lang="zh-TW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7A5AD-5AEC-42D0-A3BE-F46B40576360}" type="slidenum">
              <a:t>‹#›</a:t>
            </a:fld>
            <a:endParaRPr lang="zh-TW"/>
          </a:p>
        </p:txBody>
      </p:sp>
    </p:spTree>
    <p:extLst>
      <p:ext uri="{BB962C8B-B14F-4D97-AF65-F5344CB8AC3E}">
        <p14:creationId xmlns:p14="http://schemas.microsoft.com/office/powerpoint/2010/main" val="6876166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latinLnBrk="0">
              <a:defRPr lang="zh-TW"/>
            </a:lvl1pPr>
          </a:lstStyle>
          <a:p>
            <a:r>
              <a:rPr lang="zh-TW" altLang="en-US"/>
              <a:t>按一下以編輯母片標題樣式</a:t>
            </a:r>
            <a:endParaRPr lang="zh-TW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75922" y="2160983"/>
            <a:ext cx="4186713" cy="576262"/>
          </a:xfrm>
        </p:spPr>
        <p:txBody>
          <a:bodyPr anchor="b">
            <a:noAutofit/>
          </a:bodyPr>
          <a:lstStyle>
            <a:lvl1pPr marL="0" indent="0" latinLnBrk="0">
              <a:buNone/>
              <a:defRPr lang="zh-TW" sz="2400" b="0"/>
            </a:lvl1pPr>
            <a:lvl2pPr marL="457200" indent="0" latinLnBrk="0">
              <a:buNone/>
              <a:defRPr lang="zh-TW" sz="2000" b="1"/>
            </a:lvl2pPr>
            <a:lvl3pPr marL="914400" indent="0" latinLnBrk="0">
              <a:buNone/>
              <a:defRPr lang="zh-TW" sz="1800" b="1"/>
            </a:lvl3pPr>
            <a:lvl4pPr marL="1371600" indent="0" latinLnBrk="0">
              <a:buNone/>
              <a:defRPr lang="zh-TW" sz="1600" b="1"/>
            </a:lvl4pPr>
            <a:lvl5pPr marL="1828800" indent="0" latinLnBrk="0">
              <a:buNone/>
              <a:defRPr lang="zh-TW" sz="1600" b="1"/>
            </a:lvl5pPr>
            <a:lvl6pPr marL="2286000" indent="0" latinLnBrk="0">
              <a:buNone/>
              <a:defRPr lang="zh-TW" sz="1600" b="1"/>
            </a:lvl6pPr>
            <a:lvl7pPr marL="2743200" indent="0" latinLnBrk="0">
              <a:buNone/>
              <a:defRPr lang="zh-TW" sz="1600" b="1"/>
            </a:lvl7pPr>
            <a:lvl8pPr marL="3200400" indent="0" latinLnBrk="0">
              <a:buNone/>
              <a:defRPr lang="zh-TW" sz="1600" b="1"/>
            </a:lvl8pPr>
            <a:lvl9pPr marL="3657600" indent="0" latinLnBrk="0">
              <a:buNone/>
              <a:defRPr lang="zh-TW"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75922" y="2737246"/>
            <a:ext cx="4186713" cy="3304117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5089709" y="2160983"/>
            <a:ext cx="4186708" cy="576262"/>
          </a:xfrm>
        </p:spPr>
        <p:txBody>
          <a:bodyPr anchor="b">
            <a:noAutofit/>
          </a:bodyPr>
          <a:lstStyle>
            <a:lvl1pPr marL="0" indent="0" latinLnBrk="0">
              <a:buNone/>
              <a:defRPr lang="zh-TW" sz="2400" b="0"/>
            </a:lvl1pPr>
            <a:lvl2pPr marL="457200" indent="0" latinLnBrk="0">
              <a:buNone/>
              <a:defRPr lang="zh-TW" sz="2000" b="1"/>
            </a:lvl2pPr>
            <a:lvl3pPr marL="914400" indent="0" latinLnBrk="0">
              <a:buNone/>
              <a:defRPr lang="zh-TW" sz="1800" b="1"/>
            </a:lvl3pPr>
            <a:lvl4pPr marL="1371600" indent="0" latinLnBrk="0">
              <a:buNone/>
              <a:defRPr lang="zh-TW" sz="1600" b="1"/>
            </a:lvl4pPr>
            <a:lvl5pPr marL="1828800" indent="0" latinLnBrk="0">
              <a:buNone/>
              <a:defRPr lang="zh-TW" sz="1600" b="1"/>
            </a:lvl5pPr>
            <a:lvl6pPr marL="2286000" indent="0" latinLnBrk="0">
              <a:buNone/>
              <a:defRPr lang="zh-TW" sz="1600" b="1"/>
            </a:lvl6pPr>
            <a:lvl7pPr marL="2743200" indent="0" latinLnBrk="0">
              <a:buNone/>
              <a:defRPr lang="zh-TW" sz="1600" b="1"/>
            </a:lvl7pPr>
            <a:lvl8pPr marL="3200400" indent="0" latinLnBrk="0">
              <a:buNone/>
              <a:defRPr lang="zh-TW" sz="1600" b="1"/>
            </a:lvl8pPr>
            <a:lvl9pPr marL="3657600" indent="0" latinLnBrk="0">
              <a:buNone/>
              <a:defRPr lang="zh-TW"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5089710" y="2737246"/>
            <a:ext cx="4186707" cy="3304117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1F0EC-4F60-4544-9956-271209A740FE}" type="datetimeFigureOut">
              <a:t>1/5/2026</a:t>
            </a:fld>
            <a:endParaRPr lang="zh-TW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7A5AD-5AEC-42D0-A3BE-F46B40576360}" type="slidenum">
              <a:t>‹#›</a:t>
            </a:fld>
            <a:endParaRPr lang="zh-TW"/>
          </a:p>
        </p:txBody>
      </p:sp>
    </p:spTree>
    <p:extLst>
      <p:ext uri="{BB962C8B-B14F-4D97-AF65-F5344CB8AC3E}">
        <p14:creationId xmlns:p14="http://schemas.microsoft.com/office/powerpoint/2010/main" val="23503312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77511" y="609600"/>
            <a:ext cx="8598907" cy="132080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zh-TW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1F0EC-4F60-4544-9956-271209A740FE}" type="datetimeFigureOut">
              <a:t>1/5/2026</a:t>
            </a:fld>
            <a:endParaRPr lang="zh-TW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7A5AD-5AEC-42D0-A3BE-F46B40576360}" type="slidenum">
              <a:t>‹#›</a:t>
            </a:fld>
            <a:endParaRPr lang="zh-TW"/>
          </a:p>
        </p:txBody>
      </p:sp>
    </p:spTree>
    <p:extLst>
      <p:ext uri="{BB962C8B-B14F-4D97-AF65-F5344CB8AC3E}">
        <p14:creationId xmlns:p14="http://schemas.microsoft.com/office/powerpoint/2010/main" val="11951658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1F0EC-4F60-4544-9956-271209A740FE}" type="datetimeFigureOut">
              <a:t>1/5/2026</a:t>
            </a:fld>
            <a:endParaRPr lang="zh-TW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7A5AD-5AEC-42D0-A3BE-F46B40576360}" type="slidenum">
              <a:t>‹#›</a:t>
            </a:fld>
            <a:endParaRPr lang="zh-TW"/>
          </a:p>
        </p:txBody>
      </p:sp>
    </p:spTree>
    <p:extLst>
      <p:ext uri="{BB962C8B-B14F-4D97-AF65-F5344CB8AC3E}">
        <p14:creationId xmlns:p14="http://schemas.microsoft.com/office/powerpoint/2010/main" val="8978670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77510" y="1498604"/>
            <a:ext cx="3855532" cy="1278466"/>
          </a:xfrm>
        </p:spPr>
        <p:txBody>
          <a:bodyPr anchor="b">
            <a:normAutofit/>
          </a:bodyPr>
          <a:lstStyle>
            <a:lvl1pPr latinLnBrk="0">
              <a:defRPr lang="zh-TW" sz="2000"/>
            </a:lvl1pPr>
          </a:lstStyle>
          <a:p>
            <a:r>
              <a:rPr lang="zh-TW" altLang="en-US"/>
              <a:t>按一下以編輯母片標題樣式</a:t>
            </a:r>
            <a:endParaRPr lang="zh-TW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1701" y="514925"/>
            <a:ext cx="4514717" cy="5526437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77510" y="2777069"/>
            <a:ext cx="3855532" cy="2584449"/>
          </a:xfrm>
        </p:spPr>
        <p:txBody>
          <a:bodyPr>
            <a:normAutofit/>
          </a:bodyPr>
          <a:lstStyle>
            <a:lvl1pPr marL="0" indent="0" latinLnBrk="0">
              <a:buNone/>
              <a:defRPr lang="zh-TW" sz="1400"/>
            </a:lvl1pPr>
            <a:lvl2pPr marL="457063" indent="0" latinLnBrk="0">
              <a:buNone/>
              <a:defRPr lang="zh-TW" sz="1400"/>
            </a:lvl2pPr>
            <a:lvl3pPr marL="914126" indent="0" latinLnBrk="0">
              <a:buNone/>
              <a:defRPr lang="zh-TW" sz="1200"/>
            </a:lvl3pPr>
            <a:lvl4pPr marL="1371189" indent="0" latinLnBrk="0">
              <a:buNone/>
              <a:defRPr lang="zh-TW" sz="1000"/>
            </a:lvl4pPr>
            <a:lvl5pPr marL="1828251" indent="0" latinLnBrk="0">
              <a:buNone/>
              <a:defRPr lang="zh-TW" sz="1000"/>
            </a:lvl5pPr>
            <a:lvl6pPr marL="2285314" indent="0" latinLnBrk="0">
              <a:buNone/>
              <a:defRPr lang="zh-TW" sz="1000"/>
            </a:lvl6pPr>
            <a:lvl7pPr marL="2742377" indent="0" latinLnBrk="0">
              <a:buNone/>
              <a:defRPr lang="zh-TW" sz="1000"/>
            </a:lvl7pPr>
            <a:lvl8pPr marL="3199440" indent="0" latinLnBrk="0">
              <a:buNone/>
              <a:defRPr lang="zh-TW" sz="1000"/>
            </a:lvl8pPr>
            <a:lvl9pPr marL="3656503" indent="0" latinLnBrk="0">
              <a:buNone/>
              <a:defRPr lang="zh-TW"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1F0EC-4F60-4544-9956-271209A740FE}" type="datetimeFigureOut">
              <a:t>1/5/2026</a:t>
            </a:fld>
            <a:endParaRPr lang="zh-TW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7A5AD-5AEC-42D0-A3BE-F46B40576360}" type="slidenum">
              <a:t>‹#›</a:t>
            </a:fld>
            <a:endParaRPr lang="zh-TW"/>
          </a:p>
        </p:txBody>
      </p:sp>
    </p:spTree>
    <p:extLst>
      <p:ext uri="{BB962C8B-B14F-4D97-AF65-F5344CB8AC3E}">
        <p14:creationId xmlns:p14="http://schemas.microsoft.com/office/powerpoint/2010/main" val="17216253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77511" y="4800600"/>
            <a:ext cx="8598906" cy="566738"/>
          </a:xfrm>
        </p:spPr>
        <p:txBody>
          <a:bodyPr anchor="b">
            <a:normAutofit/>
          </a:bodyPr>
          <a:lstStyle>
            <a:lvl1pPr algn="l" latinLnBrk="0">
              <a:defRPr lang="zh-TW" sz="2400" b="0"/>
            </a:lvl1pPr>
          </a:lstStyle>
          <a:p>
            <a:r>
              <a:rPr lang="zh-TW" altLang="en-US"/>
              <a:t>按一下以編輯母片標題樣式</a:t>
            </a:r>
            <a:endParaRPr lang="zh-TW"/>
          </a:p>
        </p:txBody>
      </p:sp>
      <p:sp>
        <p:nvSpPr>
          <p:cNvPr id="3" name="圖片版面配置區 2"/>
          <p:cNvSpPr>
            <a:spLocks noGrp="1" noChangeAspect="1"/>
          </p:cNvSpPr>
          <p:nvPr>
            <p:ph type="pic" idx="1"/>
          </p:nvPr>
        </p:nvSpPr>
        <p:spPr>
          <a:xfrm>
            <a:off x="677511" y="609600"/>
            <a:ext cx="8598907" cy="3845718"/>
          </a:xfrm>
        </p:spPr>
        <p:txBody>
          <a:bodyPr anchor="ctr">
            <a:normAutofit/>
          </a:bodyPr>
          <a:lstStyle>
            <a:lvl1pPr marL="0" indent="0" algn="ctr" latinLnBrk="0">
              <a:buNone/>
              <a:defRPr lang="zh-TW" sz="1600"/>
            </a:lvl1pPr>
            <a:lvl2pPr marL="457200" indent="0" latinLnBrk="0">
              <a:buNone/>
              <a:defRPr lang="zh-TW" sz="2800"/>
            </a:lvl2pPr>
            <a:lvl3pPr marL="914400" indent="0" latinLnBrk="0">
              <a:buNone/>
              <a:defRPr lang="zh-TW" sz="2400"/>
            </a:lvl3pPr>
            <a:lvl4pPr marL="1371600" indent="0" latinLnBrk="0">
              <a:buNone/>
              <a:defRPr lang="zh-TW" sz="2000"/>
            </a:lvl4pPr>
            <a:lvl5pPr marL="1828800" indent="0" latinLnBrk="0">
              <a:buNone/>
              <a:defRPr lang="zh-TW" sz="2000"/>
            </a:lvl5pPr>
            <a:lvl6pPr marL="2286000" indent="0" latinLnBrk="0">
              <a:buNone/>
              <a:defRPr lang="zh-TW" sz="2000"/>
            </a:lvl6pPr>
            <a:lvl7pPr marL="2743200" indent="0" latinLnBrk="0">
              <a:buNone/>
              <a:defRPr lang="zh-TW" sz="2000"/>
            </a:lvl7pPr>
            <a:lvl8pPr marL="3200400" indent="0" latinLnBrk="0">
              <a:buNone/>
              <a:defRPr lang="zh-TW" sz="2000"/>
            </a:lvl8pPr>
            <a:lvl9pPr marL="3657600" indent="0" latinLnBrk="0">
              <a:buNone/>
              <a:defRPr lang="zh-TW" sz="2000"/>
            </a:lvl9pPr>
          </a:lstStyle>
          <a:p>
            <a:r>
              <a:rPr lang="zh-TW" altLang="en-US"/>
              <a:t>按一下圖示以新增圖片</a:t>
            </a:r>
            <a:endParaRPr lang="zh-TW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77511" y="5367338"/>
            <a:ext cx="8598906" cy="674024"/>
          </a:xfrm>
        </p:spPr>
        <p:txBody>
          <a:bodyPr>
            <a:normAutofit/>
          </a:bodyPr>
          <a:lstStyle>
            <a:lvl1pPr marL="0" indent="0" latinLnBrk="0">
              <a:buNone/>
              <a:defRPr lang="zh-TW" sz="1200"/>
            </a:lvl1pPr>
            <a:lvl2pPr marL="457200" indent="0" latinLnBrk="0">
              <a:buNone/>
              <a:defRPr lang="zh-TW" sz="1200"/>
            </a:lvl2pPr>
            <a:lvl3pPr marL="914400" indent="0" latinLnBrk="0">
              <a:buNone/>
              <a:defRPr lang="zh-TW" sz="1000"/>
            </a:lvl3pPr>
            <a:lvl4pPr marL="1371600" indent="0" latinLnBrk="0">
              <a:buNone/>
              <a:defRPr lang="zh-TW" sz="900"/>
            </a:lvl4pPr>
            <a:lvl5pPr marL="1828800" indent="0" latinLnBrk="0">
              <a:buNone/>
              <a:defRPr lang="zh-TW" sz="900"/>
            </a:lvl5pPr>
            <a:lvl6pPr marL="2286000" indent="0" latinLnBrk="0">
              <a:buNone/>
              <a:defRPr lang="zh-TW" sz="900"/>
            </a:lvl6pPr>
            <a:lvl7pPr marL="2743200" indent="0" latinLnBrk="0">
              <a:buNone/>
              <a:defRPr lang="zh-TW" sz="900"/>
            </a:lvl7pPr>
            <a:lvl8pPr marL="3200400" indent="0" latinLnBrk="0">
              <a:buNone/>
              <a:defRPr lang="zh-TW" sz="900"/>
            </a:lvl8pPr>
            <a:lvl9pPr marL="3657600" indent="0" latinLnBrk="0">
              <a:buNone/>
              <a:defRPr lang="zh-TW"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1F0EC-4F60-4544-9956-271209A740FE}" type="datetimeFigureOut">
              <a:t>1/5/2026</a:t>
            </a:fld>
            <a:endParaRPr lang="zh-TW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7A5AD-5AEC-42D0-A3BE-F46B40576360}" type="slidenum">
              <a:t>‹#›</a:t>
            </a:fld>
            <a:endParaRPr lang="zh-TW"/>
          </a:p>
        </p:txBody>
      </p:sp>
    </p:spTree>
    <p:extLst>
      <p:ext uri="{BB962C8B-B14F-4D97-AF65-F5344CB8AC3E}">
        <p14:creationId xmlns:p14="http://schemas.microsoft.com/office/powerpoint/2010/main" val="42907833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標題與副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77512" y="609600"/>
            <a:ext cx="8598907" cy="3403600"/>
          </a:xfrm>
        </p:spPr>
        <p:txBody>
          <a:bodyPr anchor="ctr">
            <a:normAutofit/>
          </a:bodyPr>
          <a:lstStyle>
            <a:lvl1pPr algn="l" latinLnBrk="0">
              <a:defRPr lang="zh-TW" sz="4400" b="0" cap="none"/>
            </a:lvl1pPr>
          </a:lstStyle>
          <a:p>
            <a:r>
              <a:rPr lang="zh-TW" altLang="en-US"/>
              <a:t>按一下以編輯母片標題樣式</a:t>
            </a:r>
            <a:endParaRPr lang="zh-TW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77512" y="4470400"/>
            <a:ext cx="8598907" cy="1570962"/>
          </a:xfrm>
        </p:spPr>
        <p:txBody>
          <a:bodyPr anchor="ctr">
            <a:normAutofit/>
          </a:bodyPr>
          <a:lstStyle>
            <a:lvl1pPr marL="0" indent="0" algn="l" latinLnBrk="0">
              <a:buNone/>
              <a:defRPr lang="zh-TW"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latinLnBrk="0">
              <a:buNone/>
              <a:defRPr lang="zh-TW"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 latinLnBrk="0">
              <a:buNone/>
              <a:defRPr lang="zh-TW"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latinLnBrk="0">
              <a:buNone/>
              <a:defRPr lang="zh-TW"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latinLnBrk="0">
              <a:buNone/>
              <a:defRPr lang="zh-TW"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latinLnBrk="0">
              <a:buNone/>
              <a:defRPr lang="zh-TW"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latinLnBrk="0">
              <a:buNone/>
              <a:defRPr lang="zh-TW"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latinLnBrk="0">
              <a:buNone/>
              <a:defRPr lang="zh-TW"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latinLnBrk="0">
              <a:buNone/>
              <a:defRPr lang="zh-TW"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1F0EC-4F60-4544-9956-271209A740FE}" type="datetimeFigureOut">
              <a:t>1/5/2026</a:t>
            </a:fld>
            <a:endParaRPr 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7A5AD-5AEC-42D0-A3BE-F46B40576360}" type="slidenum">
              <a:t>‹#›</a:t>
            </a:fld>
            <a:endParaRPr lang="zh-TW"/>
          </a:p>
        </p:txBody>
      </p:sp>
    </p:spTree>
    <p:extLst>
      <p:ext uri="{BB962C8B-B14F-4D97-AF65-F5344CB8AC3E}">
        <p14:creationId xmlns:p14="http://schemas.microsoft.com/office/powerpoint/2010/main" val="25658487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含標題的引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31577" y="609600"/>
            <a:ext cx="8096242" cy="3022600"/>
          </a:xfrm>
        </p:spPr>
        <p:txBody>
          <a:bodyPr anchor="ctr">
            <a:normAutofit/>
          </a:bodyPr>
          <a:lstStyle>
            <a:lvl1pPr algn="l" latinLnBrk="0">
              <a:defRPr lang="zh-TW" sz="4400" b="0" cap="none"/>
            </a:lvl1pPr>
          </a:lstStyle>
          <a:p>
            <a:r>
              <a:rPr lang="zh-TW" altLang="en-US"/>
              <a:t>按一下以編輯母片標題樣式</a:t>
            </a:r>
            <a:endParaRPr lang="zh-TW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77512" y="4470400"/>
            <a:ext cx="8598907" cy="1570962"/>
          </a:xfrm>
        </p:spPr>
        <p:txBody>
          <a:bodyPr anchor="ctr">
            <a:normAutofit/>
          </a:bodyPr>
          <a:lstStyle>
            <a:lvl1pPr marL="0" indent="0" algn="l" latinLnBrk="0">
              <a:buNone/>
              <a:defRPr lang="zh-TW"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latinLnBrk="0">
              <a:buNone/>
              <a:defRPr lang="zh-TW"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 latinLnBrk="0">
              <a:buNone/>
              <a:defRPr lang="zh-TW"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latinLnBrk="0">
              <a:buNone/>
              <a:defRPr lang="zh-TW"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latinLnBrk="0">
              <a:buNone/>
              <a:defRPr lang="zh-TW"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latinLnBrk="0">
              <a:buNone/>
              <a:defRPr lang="zh-TW"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latinLnBrk="0">
              <a:buNone/>
              <a:defRPr lang="zh-TW"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latinLnBrk="0">
              <a:buNone/>
              <a:defRPr lang="zh-TW"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latinLnBrk="0">
              <a:buNone/>
              <a:defRPr lang="zh-TW"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1F0EC-4F60-4544-9956-271209A740FE}" type="datetimeFigureOut">
              <a:t>1/5/2026</a:t>
            </a:fld>
            <a:endParaRPr 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7A5AD-5AEC-42D0-A3BE-F46B40576360}" type="slidenum">
              <a:t>‹#›</a:t>
            </a:fld>
            <a:endParaRPr lang="zh-TW"/>
          </a:p>
        </p:txBody>
      </p:sp>
      <p:sp>
        <p:nvSpPr>
          <p:cNvPr id="23" name="文字版面配置區 9"/>
          <p:cNvSpPr>
            <a:spLocks noGrp="1"/>
          </p:cNvSpPr>
          <p:nvPr>
            <p:ph type="body" sz="quarter" idx="13"/>
          </p:nvPr>
        </p:nvSpPr>
        <p:spPr>
          <a:xfrm>
            <a:off x="1366495" y="3632200"/>
            <a:ext cx="7226406" cy="381000"/>
          </a:xfrm>
        </p:spPr>
        <p:txBody>
          <a:bodyPr anchor="ctr">
            <a:noAutofit/>
          </a:bodyPr>
          <a:lstStyle>
            <a:lvl1pPr marL="0" indent="0" latinLnBrk="0">
              <a:buFontTx/>
              <a:buNone/>
              <a:defRPr lang="zh-TW"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latinLnBrk="0">
              <a:buFontTx/>
              <a:buNone/>
              <a:defRPr lang="zh-TW"/>
            </a:lvl2pPr>
            <a:lvl3pPr marL="914400" indent="0" latinLnBrk="0">
              <a:buFontTx/>
              <a:buNone/>
              <a:defRPr lang="zh-TW"/>
            </a:lvl3pPr>
            <a:lvl4pPr marL="1371600" indent="0" latinLnBrk="0">
              <a:buFontTx/>
              <a:buNone/>
              <a:defRPr lang="zh-TW"/>
            </a:lvl4pPr>
            <a:lvl5pPr marL="1828800" indent="0" latinLnBrk="0">
              <a:buFontTx/>
              <a:buNone/>
              <a:defRPr lang="zh-TW"/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20" name="文字方塊 19"/>
          <p:cNvSpPr txBox="1"/>
          <p:nvPr/>
        </p:nvSpPr>
        <p:spPr>
          <a:xfrm>
            <a:off x="542011" y="790378"/>
            <a:ext cx="60975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latinLnBrk="0">
              <a:spcBef>
                <a:spcPct val="0"/>
              </a:spcBef>
              <a:buNone/>
              <a:defRPr lang="zh-TW"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 latinLnBrk="0">
              <a:defRPr lang="zh-TW">
                <a:solidFill>
                  <a:schemeClr val="tx2"/>
                </a:solidFill>
              </a:defRPr>
            </a:lvl2pPr>
            <a:lvl3pPr latinLnBrk="0">
              <a:defRPr lang="zh-TW">
                <a:solidFill>
                  <a:schemeClr val="tx2"/>
                </a:solidFill>
              </a:defRPr>
            </a:lvl3pPr>
            <a:lvl4pPr latinLnBrk="0">
              <a:defRPr lang="zh-TW">
                <a:solidFill>
                  <a:schemeClr val="tx2"/>
                </a:solidFill>
              </a:defRPr>
            </a:lvl4pPr>
            <a:lvl5pPr latinLnBrk="0">
              <a:defRPr lang="zh-TW">
                <a:solidFill>
                  <a:schemeClr val="tx2"/>
                </a:solidFill>
              </a:defRPr>
            </a:lvl5pPr>
            <a:lvl6pPr latinLnBrk="0">
              <a:defRPr lang="zh-TW">
                <a:solidFill>
                  <a:schemeClr val="tx2"/>
                </a:solidFill>
              </a:defRPr>
            </a:lvl6pPr>
            <a:lvl7pPr latinLnBrk="0">
              <a:defRPr lang="zh-TW">
                <a:solidFill>
                  <a:schemeClr val="tx2"/>
                </a:solidFill>
              </a:defRPr>
            </a:lvl7pPr>
            <a:lvl8pPr latinLnBrk="0">
              <a:defRPr lang="zh-TW">
                <a:solidFill>
                  <a:schemeClr val="tx2"/>
                </a:solidFill>
              </a:defRPr>
            </a:lvl8pPr>
            <a:lvl9pPr latinLnBrk="0">
              <a:defRPr lang="zh-TW">
                <a:solidFill>
                  <a:schemeClr val="tx2"/>
                </a:solidFill>
              </a:defRPr>
            </a:lvl9pPr>
          </a:lstStyle>
          <a:p>
            <a:pPr lvl="0"/>
            <a:r>
              <a:rPr lang="zh-TW" sz="80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"</a:t>
            </a:r>
          </a:p>
        </p:txBody>
      </p:sp>
      <p:sp>
        <p:nvSpPr>
          <p:cNvPr id="22" name="文字方塊 21"/>
          <p:cNvSpPr txBox="1"/>
          <p:nvPr/>
        </p:nvSpPr>
        <p:spPr>
          <a:xfrm>
            <a:off x="8895327" y="2886556"/>
            <a:ext cx="60975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zh-TW"/>
            </a:defPPr>
            <a:lvl1pPr lvl="0" latinLnBrk="0">
              <a:spcBef>
                <a:spcPct val="0"/>
              </a:spcBef>
              <a:buNone/>
              <a:defRPr lang="zh-TW" sz="8000" b="0" cap="all" baseline="0">
                <a:ln w="3175" cmpd="sng">
                  <a:noFill/>
                </a:ln>
                <a:effectLst/>
                <a:latin typeface="Arial"/>
                <a:ea typeface="+mj-ea"/>
                <a:cs typeface="Trebuchet MS"/>
              </a:defRPr>
            </a:lvl1pPr>
            <a:lvl2pPr latinLnBrk="0">
              <a:defRPr lang="zh-TW">
                <a:solidFill>
                  <a:schemeClr val="tx2"/>
                </a:solidFill>
              </a:defRPr>
            </a:lvl2pPr>
            <a:lvl3pPr latinLnBrk="0">
              <a:defRPr lang="zh-TW">
                <a:solidFill>
                  <a:schemeClr val="tx2"/>
                </a:solidFill>
              </a:defRPr>
            </a:lvl3pPr>
            <a:lvl4pPr latinLnBrk="0">
              <a:defRPr lang="zh-TW">
                <a:solidFill>
                  <a:schemeClr val="tx2"/>
                </a:solidFill>
              </a:defRPr>
            </a:lvl4pPr>
            <a:lvl5pPr latinLnBrk="0">
              <a:defRPr lang="zh-TW">
                <a:solidFill>
                  <a:schemeClr val="tx2"/>
                </a:solidFill>
              </a:defRPr>
            </a:lvl5pPr>
            <a:lvl6pPr latinLnBrk="0">
              <a:defRPr lang="zh-TW">
                <a:solidFill>
                  <a:schemeClr val="tx2"/>
                </a:solidFill>
              </a:defRPr>
            </a:lvl6pPr>
            <a:lvl7pPr latinLnBrk="0">
              <a:defRPr lang="zh-TW">
                <a:solidFill>
                  <a:schemeClr val="tx2"/>
                </a:solidFill>
              </a:defRPr>
            </a:lvl7pPr>
            <a:lvl8pPr latinLnBrk="0">
              <a:defRPr lang="zh-TW">
                <a:solidFill>
                  <a:schemeClr val="tx2"/>
                </a:solidFill>
              </a:defRPr>
            </a:lvl8pPr>
            <a:lvl9pPr latinLnBrk="0">
              <a:defRPr lang="zh-TW">
                <a:solidFill>
                  <a:schemeClr val="tx2"/>
                </a:solidFill>
              </a:defRPr>
            </a:lvl9pPr>
          </a:lstStyle>
          <a:p>
            <a:pPr lvl="0"/>
            <a:r>
              <a:rPr lang="zh-TW" sz="8000">
                <a:solidFill>
                  <a:schemeClr val="accent1">
                    <a:lumMod val="60000"/>
                    <a:lumOff val="40000"/>
                  </a:schemeClr>
                </a:solidFill>
              </a:rPr>
              <a:t>"</a:t>
            </a:r>
          </a:p>
        </p:txBody>
      </p:sp>
    </p:spTree>
    <p:extLst>
      <p:ext uri="{BB962C8B-B14F-4D97-AF65-F5344CB8AC3E}">
        <p14:creationId xmlns:p14="http://schemas.microsoft.com/office/powerpoint/2010/main" val="35998170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77512" y="1931988"/>
            <a:ext cx="8598907" cy="2595460"/>
          </a:xfrm>
        </p:spPr>
        <p:txBody>
          <a:bodyPr anchor="b">
            <a:normAutofit/>
          </a:bodyPr>
          <a:lstStyle>
            <a:lvl1pPr algn="l" latinLnBrk="0">
              <a:defRPr lang="zh-TW" sz="4400" b="0" cap="none"/>
            </a:lvl1pPr>
          </a:lstStyle>
          <a:p>
            <a:r>
              <a:rPr lang="zh-TW" altLang="en-US"/>
              <a:t>按一下以編輯母片標題樣式</a:t>
            </a:r>
            <a:endParaRPr lang="zh-TW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77512" y="4527448"/>
            <a:ext cx="8598907" cy="1513914"/>
          </a:xfrm>
        </p:spPr>
        <p:txBody>
          <a:bodyPr anchor="t">
            <a:normAutofit/>
          </a:bodyPr>
          <a:lstStyle>
            <a:lvl1pPr marL="0" indent="0" algn="l" latinLnBrk="0">
              <a:buNone/>
              <a:defRPr lang="zh-TW"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latinLnBrk="0">
              <a:buNone/>
              <a:defRPr lang="zh-TW"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 latinLnBrk="0">
              <a:buNone/>
              <a:defRPr lang="zh-TW"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latinLnBrk="0">
              <a:buNone/>
              <a:defRPr lang="zh-TW"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latinLnBrk="0">
              <a:buNone/>
              <a:defRPr lang="zh-TW"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latinLnBrk="0">
              <a:buNone/>
              <a:defRPr lang="zh-TW"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latinLnBrk="0">
              <a:buNone/>
              <a:defRPr lang="zh-TW"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latinLnBrk="0">
              <a:buNone/>
              <a:defRPr lang="zh-TW"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latinLnBrk="0">
              <a:buNone/>
              <a:defRPr lang="zh-TW"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1F0EC-4F60-4544-9956-271209A740FE}" type="datetimeFigureOut">
              <a:t>1/5/2026</a:t>
            </a:fld>
            <a:endParaRPr 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7A5AD-5AEC-42D0-A3BE-F46B40576360}" type="slidenum">
              <a:t>‹#›</a:t>
            </a:fld>
            <a:endParaRPr lang="zh-TW"/>
          </a:p>
        </p:txBody>
      </p:sp>
    </p:spTree>
    <p:extLst>
      <p:ext uri="{BB962C8B-B14F-4D97-AF65-F5344CB8AC3E}">
        <p14:creationId xmlns:p14="http://schemas.microsoft.com/office/powerpoint/2010/main" val="23967032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31577" y="609600"/>
            <a:ext cx="8096242" cy="3022600"/>
          </a:xfrm>
        </p:spPr>
        <p:txBody>
          <a:bodyPr anchor="ctr">
            <a:normAutofit/>
          </a:bodyPr>
          <a:lstStyle>
            <a:lvl1pPr algn="l" latinLnBrk="0">
              <a:defRPr lang="zh-TW" sz="4400" b="0" cap="none"/>
            </a:lvl1pPr>
          </a:lstStyle>
          <a:p>
            <a:r>
              <a:rPr lang="zh-TW" altLang="en-US"/>
              <a:t>按一下以編輯母片標題樣式</a:t>
            </a:r>
            <a:endParaRPr lang="zh-TW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77512" y="4527448"/>
            <a:ext cx="8598907" cy="1513914"/>
          </a:xfrm>
        </p:spPr>
        <p:txBody>
          <a:bodyPr anchor="t">
            <a:normAutofit/>
          </a:bodyPr>
          <a:lstStyle>
            <a:lvl1pPr marL="0" indent="0" algn="l" latinLnBrk="0">
              <a:buNone/>
              <a:defRPr lang="zh-TW"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latinLnBrk="0">
              <a:buNone/>
              <a:defRPr lang="zh-TW"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 latinLnBrk="0">
              <a:buNone/>
              <a:defRPr lang="zh-TW"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latinLnBrk="0">
              <a:buNone/>
              <a:defRPr lang="zh-TW"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latinLnBrk="0">
              <a:buNone/>
              <a:defRPr lang="zh-TW"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latinLnBrk="0">
              <a:buNone/>
              <a:defRPr lang="zh-TW"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latinLnBrk="0">
              <a:buNone/>
              <a:defRPr lang="zh-TW"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latinLnBrk="0">
              <a:buNone/>
              <a:defRPr lang="zh-TW"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latinLnBrk="0">
              <a:buNone/>
              <a:defRPr lang="zh-TW"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1F0EC-4F60-4544-9956-271209A740FE}" type="datetimeFigureOut">
              <a:t>1/5/2026</a:t>
            </a:fld>
            <a:endParaRPr 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7A5AD-5AEC-42D0-A3BE-F46B40576360}" type="slidenum">
              <a:t>‹#›</a:t>
            </a:fld>
            <a:endParaRPr lang="zh-TW"/>
          </a:p>
        </p:txBody>
      </p:sp>
      <p:sp>
        <p:nvSpPr>
          <p:cNvPr id="23" name="文字版面配置區 9"/>
          <p:cNvSpPr>
            <a:spLocks noGrp="1"/>
          </p:cNvSpPr>
          <p:nvPr>
            <p:ph type="body" sz="quarter" idx="13"/>
          </p:nvPr>
        </p:nvSpPr>
        <p:spPr>
          <a:xfrm>
            <a:off x="677509" y="4013200"/>
            <a:ext cx="8598908" cy="514248"/>
          </a:xfrm>
        </p:spPr>
        <p:txBody>
          <a:bodyPr anchor="b">
            <a:noAutofit/>
          </a:bodyPr>
          <a:lstStyle>
            <a:lvl1pPr marL="0" indent="0" latinLnBrk="0">
              <a:buFontTx/>
              <a:buNone/>
              <a:defRPr lang="zh-TW"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latinLnBrk="0">
              <a:buFontTx/>
              <a:buNone/>
              <a:defRPr lang="zh-TW"/>
            </a:lvl2pPr>
            <a:lvl3pPr marL="914400" indent="0" latinLnBrk="0">
              <a:buFontTx/>
              <a:buNone/>
              <a:defRPr lang="zh-TW"/>
            </a:lvl3pPr>
            <a:lvl4pPr marL="1371600" indent="0" latinLnBrk="0">
              <a:buFontTx/>
              <a:buNone/>
              <a:defRPr lang="zh-TW"/>
            </a:lvl4pPr>
            <a:lvl5pPr marL="1828800" indent="0" latinLnBrk="0">
              <a:buFontTx/>
              <a:buNone/>
              <a:defRPr lang="zh-TW"/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24" name="文字方塊 23"/>
          <p:cNvSpPr txBox="1"/>
          <p:nvPr/>
        </p:nvSpPr>
        <p:spPr>
          <a:xfrm>
            <a:off x="542011" y="790378"/>
            <a:ext cx="60975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latinLnBrk="0">
              <a:spcBef>
                <a:spcPct val="0"/>
              </a:spcBef>
              <a:buNone/>
              <a:defRPr lang="zh-TW"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 latinLnBrk="0">
              <a:defRPr lang="zh-TW">
                <a:solidFill>
                  <a:schemeClr val="tx2"/>
                </a:solidFill>
              </a:defRPr>
            </a:lvl2pPr>
            <a:lvl3pPr latinLnBrk="0">
              <a:defRPr lang="zh-TW">
                <a:solidFill>
                  <a:schemeClr val="tx2"/>
                </a:solidFill>
              </a:defRPr>
            </a:lvl3pPr>
            <a:lvl4pPr latinLnBrk="0">
              <a:defRPr lang="zh-TW">
                <a:solidFill>
                  <a:schemeClr val="tx2"/>
                </a:solidFill>
              </a:defRPr>
            </a:lvl4pPr>
            <a:lvl5pPr latinLnBrk="0">
              <a:defRPr lang="zh-TW">
                <a:solidFill>
                  <a:schemeClr val="tx2"/>
                </a:solidFill>
              </a:defRPr>
            </a:lvl5pPr>
            <a:lvl6pPr latinLnBrk="0">
              <a:defRPr lang="zh-TW">
                <a:solidFill>
                  <a:schemeClr val="tx2"/>
                </a:solidFill>
              </a:defRPr>
            </a:lvl6pPr>
            <a:lvl7pPr latinLnBrk="0">
              <a:defRPr lang="zh-TW">
                <a:solidFill>
                  <a:schemeClr val="tx2"/>
                </a:solidFill>
              </a:defRPr>
            </a:lvl7pPr>
            <a:lvl8pPr latinLnBrk="0">
              <a:defRPr lang="zh-TW">
                <a:solidFill>
                  <a:schemeClr val="tx2"/>
                </a:solidFill>
              </a:defRPr>
            </a:lvl8pPr>
            <a:lvl9pPr latinLnBrk="0">
              <a:defRPr lang="zh-TW">
                <a:solidFill>
                  <a:schemeClr val="tx2"/>
                </a:solidFill>
              </a:defRPr>
            </a:lvl9pPr>
          </a:lstStyle>
          <a:p>
            <a:pPr lvl="0"/>
            <a:r>
              <a:rPr lang="zh-TW" sz="80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"</a:t>
            </a:r>
          </a:p>
        </p:txBody>
      </p:sp>
      <p:sp>
        <p:nvSpPr>
          <p:cNvPr id="25" name="文字方塊 24"/>
          <p:cNvSpPr txBox="1"/>
          <p:nvPr/>
        </p:nvSpPr>
        <p:spPr>
          <a:xfrm>
            <a:off x="8895327" y="2886556"/>
            <a:ext cx="60975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zh-TW"/>
            </a:defPPr>
            <a:lvl1pPr lvl="0" latinLnBrk="0">
              <a:spcBef>
                <a:spcPct val="0"/>
              </a:spcBef>
              <a:buNone/>
              <a:defRPr lang="zh-TW" sz="8000" b="0" cap="all" baseline="0">
                <a:ln w="3175" cmpd="sng">
                  <a:noFill/>
                </a:ln>
                <a:effectLst/>
                <a:latin typeface="Arial"/>
                <a:ea typeface="+mj-ea"/>
                <a:cs typeface="Trebuchet MS"/>
              </a:defRPr>
            </a:lvl1pPr>
            <a:lvl2pPr latinLnBrk="0">
              <a:defRPr lang="zh-TW">
                <a:solidFill>
                  <a:schemeClr val="tx2"/>
                </a:solidFill>
              </a:defRPr>
            </a:lvl2pPr>
            <a:lvl3pPr latinLnBrk="0">
              <a:defRPr lang="zh-TW">
                <a:solidFill>
                  <a:schemeClr val="tx2"/>
                </a:solidFill>
              </a:defRPr>
            </a:lvl3pPr>
            <a:lvl4pPr latinLnBrk="0">
              <a:defRPr lang="zh-TW">
                <a:solidFill>
                  <a:schemeClr val="tx2"/>
                </a:solidFill>
              </a:defRPr>
            </a:lvl4pPr>
            <a:lvl5pPr latinLnBrk="0">
              <a:defRPr lang="zh-TW">
                <a:solidFill>
                  <a:schemeClr val="tx2"/>
                </a:solidFill>
              </a:defRPr>
            </a:lvl5pPr>
            <a:lvl6pPr latinLnBrk="0">
              <a:defRPr lang="zh-TW">
                <a:solidFill>
                  <a:schemeClr val="tx2"/>
                </a:solidFill>
              </a:defRPr>
            </a:lvl6pPr>
            <a:lvl7pPr latinLnBrk="0">
              <a:defRPr lang="zh-TW">
                <a:solidFill>
                  <a:schemeClr val="tx2"/>
                </a:solidFill>
              </a:defRPr>
            </a:lvl7pPr>
            <a:lvl8pPr latinLnBrk="0">
              <a:defRPr lang="zh-TW">
                <a:solidFill>
                  <a:schemeClr val="tx2"/>
                </a:solidFill>
              </a:defRPr>
            </a:lvl8pPr>
            <a:lvl9pPr latinLnBrk="0">
              <a:defRPr lang="zh-TW">
                <a:solidFill>
                  <a:schemeClr val="tx2"/>
                </a:solidFill>
              </a:defRPr>
            </a:lvl9pPr>
          </a:lstStyle>
          <a:p>
            <a:pPr lvl="0"/>
            <a:r>
              <a:rPr lang="zh-TW" sz="8000">
                <a:solidFill>
                  <a:schemeClr val="accent1">
                    <a:lumMod val="60000"/>
                    <a:lumOff val="40000"/>
                  </a:schemeClr>
                </a:solidFill>
              </a:rPr>
              <a:t>"</a:t>
            </a:r>
          </a:p>
        </p:txBody>
      </p:sp>
    </p:spTree>
    <p:extLst>
      <p:ext uri="{BB962C8B-B14F-4D97-AF65-F5344CB8AC3E}">
        <p14:creationId xmlns:p14="http://schemas.microsoft.com/office/powerpoint/2010/main" val="369739887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或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85978" y="609600"/>
            <a:ext cx="8590440" cy="3022600"/>
          </a:xfrm>
        </p:spPr>
        <p:txBody>
          <a:bodyPr anchor="ctr">
            <a:normAutofit/>
          </a:bodyPr>
          <a:lstStyle>
            <a:lvl1pPr algn="l" latinLnBrk="0">
              <a:defRPr lang="zh-TW" sz="4400" b="0" cap="none"/>
            </a:lvl1pPr>
          </a:lstStyle>
          <a:p>
            <a:r>
              <a:rPr lang="zh-TW" altLang="en-US"/>
              <a:t>按一下以編輯母片標題樣式</a:t>
            </a:r>
            <a:endParaRPr lang="zh-TW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77512" y="4527448"/>
            <a:ext cx="8598907" cy="1513914"/>
          </a:xfrm>
        </p:spPr>
        <p:txBody>
          <a:bodyPr anchor="t">
            <a:normAutofit/>
          </a:bodyPr>
          <a:lstStyle>
            <a:lvl1pPr marL="0" indent="0" algn="l" latinLnBrk="0">
              <a:buNone/>
              <a:defRPr lang="zh-TW"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latinLnBrk="0">
              <a:buNone/>
              <a:defRPr lang="zh-TW"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 latinLnBrk="0">
              <a:buNone/>
              <a:defRPr lang="zh-TW"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latinLnBrk="0">
              <a:buNone/>
              <a:defRPr lang="zh-TW"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latinLnBrk="0">
              <a:buNone/>
              <a:defRPr lang="zh-TW"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latinLnBrk="0">
              <a:buNone/>
              <a:defRPr lang="zh-TW"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latinLnBrk="0">
              <a:buNone/>
              <a:defRPr lang="zh-TW"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latinLnBrk="0">
              <a:buNone/>
              <a:defRPr lang="zh-TW"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latinLnBrk="0">
              <a:buNone/>
              <a:defRPr lang="zh-TW"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1F0EC-4F60-4544-9956-271209A740FE}" type="datetimeFigureOut">
              <a:t>1/5/2026</a:t>
            </a:fld>
            <a:endParaRPr 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7A5AD-5AEC-42D0-A3BE-F46B40576360}" type="slidenum">
              <a:t>‹#›</a:t>
            </a:fld>
            <a:endParaRPr lang="zh-TW"/>
          </a:p>
        </p:txBody>
      </p:sp>
      <p:sp>
        <p:nvSpPr>
          <p:cNvPr id="23" name="文字版面配置區 9"/>
          <p:cNvSpPr>
            <a:spLocks noGrp="1"/>
          </p:cNvSpPr>
          <p:nvPr>
            <p:ph type="body" sz="quarter" idx="13"/>
          </p:nvPr>
        </p:nvSpPr>
        <p:spPr>
          <a:xfrm>
            <a:off x="677509" y="4013200"/>
            <a:ext cx="8598908" cy="514248"/>
          </a:xfrm>
        </p:spPr>
        <p:txBody>
          <a:bodyPr anchor="b">
            <a:noAutofit/>
          </a:bodyPr>
          <a:lstStyle>
            <a:lvl1pPr marL="0" indent="0" latinLnBrk="0">
              <a:buFontTx/>
              <a:buNone/>
              <a:defRPr lang="zh-TW" sz="2400">
                <a:solidFill>
                  <a:schemeClr val="accent1"/>
                </a:solidFill>
              </a:defRPr>
            </a:lvl1pPr>
            <a:lvl2pPr marL="457200" indent="0" latinLnBrk="0">
              <a:buFontTx/>
              <a:buNone/>
              <a:defRPr lang="zh-TW"/>
            </a:lvl2pPr>
            <a:lvl3pPr marL="914400" indent="0" latinLnBrk="0">
              <a:buFontTx/>
              <a:buNone/>
              <a:defRPr lang="zh-TW"/>
            </a:lvl3pPr>
            <a:lvl4pPr marL="1371600" indent="0" latinLnBrk="0">
              <a:buFontTx/>
              <a:buNone/>
              <a:defRPr lang="zh-TW"/>
            </a:lvl4pPr>
            <a:lvl5pPr marL="1828800" indent="0" latinLnBrk="0">
              <a:buFontTx/>
              <a:buNone/>
              <a:defRPr lang="zh-TW"/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170431240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垂直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zh-TW"/>
          </a:p>
        </p:txBody>
      </p:sp>
      <p:sp>
        <p:nvSpPr>
          <p:cNvPr id="3" name="垂直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1F0EC-4F60-4544-9956-271209A740FE}" type="datetimeFigureOut">
              <a:t>1/5/2026</a:t>
            </a:fld>
            <a:endParaRPr 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7A5AD-5AEC-42D0-A3BE-F46B40576360}" type="slidenum">
              <a:t>‹#›</a:t>
            </a:fld>
            <a:endParaRPr lang="zh-TW"/>
          </a:p>
        </p:txBody>
      </p:sp>
    </p:spTree>
    <p:extLst>
      <p:ext uri="{BB962C8B-B14F-4D97-AF65-F5344CB8AC3E}">
        <p14:creationId xmlns:p14="http://schemas.microsoft.com/office/powerpoint/2010/main" val="215080958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垂直標題 1"/>
          <p:cNvSpPr>
            <a:spLocks noGrp="1"/>
          </p:cNvSpPr>
          <p:nvPr>
            <p:ph type="title" orient="vert"/>
          </p:nvPr>
        </p:nvSpPr>
        <p:spPr>
          <a:xfrm>
            <a:off x="7969749" y="609600"/>
            <a:ext cx="1305083" cy="5251451"/>
          </a:xfrm>
        </p:spPr>
        <p:txBody>
          <a:bodyPr vert="eaVert" anchor="ctr"/>
          <a:lstStyle/>
          <a:p>
            <a:r>
              <a:rPr lang="zh-TW" altLang="en-US"/>
              <a:t>按一下以編輯母片標題樣式</a:t>
            </a:r>
            <a:endParaRPr lang="zh-TW"/>
          </a:p>
        </p:txBody>
      </p:sp>
      <p:sp>
        <p:nvSpPr>
          <p:cNvPr id="3" name="垂直文字版面配置區 2"/>
          <p:cNvSpPr>
            <a:spLocks noGrp="1"/>
          </p:cNvSpPr>
          <p:nvPr>
            <p:ph type="body" orient="vert" idx="1"/>
          </p:nvPr>
        </p:nvSpPr>
        <p:spPr>
          <a:xfrm>
            <a:off x="677511" y="609600"/>
            <a:ext cx="7061989" cy="5251450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1F0EC-4F60-4544-9956-271209A740FE}" type="datetimeFigureOut">
              <a:t>1/5/2026</a:t>
            </a:fld>
            <a:endParaRPr 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C7A5AD-5AEC-42D0-A3BE-F46B40576360}" type="slidenum">
              <a:t>‹#›</a:t>
            </a:fld>
            <a:endParaRPr lang="zh-TW"/>
          </a:p>
        </p:txBody>
      </p:sp>
    </p:spTree>
    <p:extLst>
      <p:ext uri="{BB962C8B-B14F-4D97-AF65-F5344CB8AC3E}">
        <p14:creationId xmlns:p14="http://schemas.microsoft.com/office/powerpoint/2010/main" val="40291648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線接點 6"/>
          <p:cNvCxnSpPr/>
          <p:nvPr/>
        </p:nvCxnSpPr>
        <p:spPr>
          <a:xfrm flipV="1">
            <a:off x="7427201" y="3681414"/>
            <a:ext cx="4764799" cy="3176587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直線接點 7"/>
          <p:cNvCxnSpPr/>
          <p:nvPr/>
        </p:nvCxnSpPr>
        <p:spPr>
          <a:xfrm>
            <a:off x="9373453" y="0"/>
            <a:ext cx="1219518" cy="685800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手繪多邊形 8"/>
          <p:cNvSpPr/>
          <p:nvPr/>
        </p:nvSpPr>
        <p:spPr>
          <a:xfrm>
            <a:off x="9188726" y="-8467"/>
            <a:ext cx="3006450" cy="6866467"/>
          </a:xfrm>
          <a:custGeom>
            <a:avLst/>
            <a:gdLst>
              <a:gd name="connsiteX0" fmla="*/ 2023534 w 3005667"/>
              <a:gd name="connsiteY0" fmla="*/ 8467 h 6866467"/>
              <a:gd name="connsiteX1" fmla="*/ 0 w 3005667"/>
              <a:gd name="connsiteY1" fmla="*/ 6866467 h 6866467"/>
              <a:gd name="connsiteX2" fmla="*/ 2997200 w 3005667"/>
              <a:gd name="connsiteY2" fmla="*/ 6858000 h 6866467"/>
              <a:gd name="connsiteX3" fmla="*/ 3005667 w 3005667"/>
              <a:gd name="connsiteY3" fmla="*/ 0 h 6866467"/>
              <a:gd name="connsiteX4" fmla="*/ 2023534 w 3005667"/>
              <a:gd name="connsiteY4" fmla="*/ 8467 h 6866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05667" h="6866467">
                <a:moveTo>
                  <a:pt x="2023534" y="8467"/>
                </a:moveTo>
                <a:lnTo>
                  <a:pt x="0" y="6866467"/>
                </a:lnTo>
                <a:lnTo>
                  <a:pt x="2997200" y="6858000"/>
                </a:lnTo>
                <a:cubicBezTo>
                  <a:pt x="3000022" y="4572000"/>
                  <a:pt x="3002845" y="2286000"/>
                  <a:pt x="3005667" y="0"/>
                </a:cubicBezTo>
                <a:lnTo>
                  <a:pt x="2023534" y="8467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sz="1800"/>
          </a:p>
        </p:txBody>
      </p:sp>
      <p:sp>
        <p:nvSpPr>
          <p:cNvPr id="10" name="手繪多邊形 9"/>
          <p:cNvSpPr/>
          <p:nvPr/>
        </p:nvSpPr>
        <p:spPr>
          <a:xfrm>
            <a:off x="9603701" y="-8467"/>
            <a:ext cx="2591475" cy="6866467"/>
          </a:xfrm>
          <a:custGeom>
            <a:avLst/>
            <a:gdLst>
              <a:gd name="connsiteX0" fmla="*/ 0 w 2590800"/>
              <a:gd name="connsiteY0" fmla="*/ 0 h 6866467"/>
              <a:gd name="connsiteX1" fmla="*/ 1202267 w 2590800"/>
              <a:gd name="connsiteY1" fmla="*/ 6866467 h 6866467"/>
              <a:gd name="connsiteX2" fmla="*/ 2590800 w 2590800"/>
              <a:gd name="connsiteY2" fmla="*/ 6866467 h 6866467"/>
              <a:gd name="connsiteX3" fmla="*/ 2582333 w 2590800"/>
              <a:gd name="connsiteY3" fmla="*/ 0 h 6866467"/>
              <a:gd name="connsiteX4" fmla="*/ 0 w 2590800"/>
              <a:gd name="connsiteY4" fmla="*/ 0 h 6866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90800" h="6866467">
                <a:moveTo>
                  <a:pt x="0" y="0"/>
                </a:moveTo>
                <a:lnTo>
                  <a:pt x="1202267" y="6866467"/>
                </a:lnTo>
                <a:lnTo>
                  <a:pt x="2590800" y="6866467"/>
                </a:lnTo>
                <a:cubicBezTo>
                  <a:pt x="2587978" y="4577645"/>
                  <a:pt x="2585155" y="2288822"/>
                  <a:pt x="2582333" y="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2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sz="1800"/>
          </a:p>
        </p:txBody>
      </p:sp>
      <p:sp>
        <p:nvSpPr>
          <p:cNvPr id="11" name="手繪多邊形 10"/>
          <p:cNvSpPr/>
          <p:nvPr/>
        </p:nvSpPr>
        <p:spPr>
          <a:xfrm>
            <a:off x="8934660" y="3048000"/>
            <a:ext cx="3260516" cy="3810000"/>
          </a:xfrm>
          <a:custGeom>
            <a:avLst/>
            <a:gdLst>
              <a:gd name="connsiteX0" fmla="*/ 0 w 3259667"/>
              <a:gd name="connsiteY0" fmla="*/ 3810000 h 3810000"/>
              <a:gd name="connsiteX1" fmla="*/ 3251200 w 3259667"/>
              <a:gd name="connsiteY1" fmla="*/ 0 h 3810000"/>
              <a:gd name="connsiteX2" fmla="*/ 3259667 w 3259667"/>
              <a:gd name="connsiteY2" fmla="*/ 3810000 h 3810000"/>
              <a:gd name="connsiteX3" fmla="*/ 0 w 3259667"/>
              <a:gd name="connsiteY3" fmla="*/ 3810000 h 38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59667" h="3810000">
                <a:moveTo>
                  <a:pt x="0" y="3810000"/>
                </a:moveTo>
                <a:lnTo>
                  <a:pt x="3251200" y="0"/>
                </a:lnTo>
                <a:cubicBezTo>
                  <a:pt x="3254022" y="1270000"/>
                  <a:pt x="3256845" y="2540000"/>
                  <a:pt x="3259667" y="3810000"/>
                </a:cubicBezTo>
                <a:lnTo>
                  <a:pt x="0" y="3810000"/>
                </a:lnTo>
                <a:close/>
              </a:path>
            </a:pathLst>
          </a:custGeom>
          <a:solidFill>
            <a:schemeClr val="accent2">
              <a:alpha val="7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sz="1800"/>
          </a:p>
        </p:txBody>
      </p:sp>
      <p:sp>
        <p:nvSpPr>
          <p:cNvPr id="12" name="手繪多邊形 11"/>
          <p:cNvSpPr/>
          <p:nvPr/>
        </p:nvSpPr>
        <p:spPr>
          <a:xfrm>
            <a:off x="9341166" y="-8467"/>
            <a:ext cx="2854010" cy="6866467"/>
          </a:xfrm>
          <a:custGeom>
            <a:avLst/>
            <a:gdLst>
              <a:gd name="connsiteX0" fmla="*/ 0 w 2853267"/>
              <a:gd name="connsiteY0" fmla="*/ 0 h 6866467"/>
              <a:gd name="connsiteX1" fmla="*/ 2472267 w 2853267"/>
              <a:gd name="connsiteY1" fmla="*/ 6866467 h 6866467"/>
              <a:gd name="connsiteX2" fmla="*/ 2853267 w 2853267"/>
              <a:gd name="connsiteY2" fmla="*/ 6858000 h 6866467"/>
              <a:gd name="connsiteX3" fmla="*/ 2853267 w 2853267"/>
              <a:gd name="connsiteY3" fmla="*/ 0 h 6866467"/>
              <a:gd name="connsiteX4" fmla="*/ 0 w 2853267"/>
              <a:gd name="connsiteY4" fmla="*/ 0 h 6866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53267" h="6866467">
                <a:moveTo>
                  <a:pt x="0" y="0"/>
                </a:moveTo>
                <a:lnTo>
                  <a:pt x="2472267" y="6866467"/>
                </a:lnTo>
                <a:lnTo>
                  <a:pt x="2853267" y="6858000"/>
                </a:lnTo>
                <a:lnTo>
                  <a:pt x="2853267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sz="1800"/>
          </a:p>
        </p:txBody>
      </p:sp>
      <p:sp>
        <p:nvSpPr>
          <p:cNvPr id="13" name="手繪多邊形 12"/>
          <p:cNvSpPr/>
          <p:nvPr/>
        </p:nvSpPr>
        <p:spPr>
          <a:xfrm>
            <a:off x="10907908" y="-8467"/>
            <a:ext cx="1287268" cy="6866467"/>
          </a:xfrm>
          <a:custGeom>
            <a:avLst/>
            <a:gdLst>
              <a:gd name="connsiteX0" fmla="*/ 1016000 w 1286933"/>
              <a:gd name="connsiteY0" fmla="*/ 0 h 6866467"/>
              <a:gd name="connsiteX1" fmla="*/ 0 w 1286933"/>
              <a:gd name="connsiteY1" fmla="*/ 6866467 h 6866467"/>
              <a:gd name="connsiteX2" fmla="*/ 1286933 w 1286933"/>
              <a:gd name="connsiteY2" fmla="*/ 6866467 h 6866467"/>
              <a:gd name="connsiteX3" fmla="*/ 1278466 w 1286933"/>
              <a:gd name="connsiteY3" fmla="*/ 0 h 6866467"/>
              <a:gd name="connsiteX4" fmla="*/ 1016000 w 1286933"/>
              <a:gd name="connsiteY4" fmla="*/ 0 h 6866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86933" h="6866467">
                <a:moveTo>
                  <a:pt x="1016000" y="0"/>
                </a:moveTo>
                <a:lnTo>
                  <a:pt x="0" y="6866467"/>
                </a:lnTo>
                <a:lnTo>
                  <a:pt x="1286933" y="6866467"/>
                </a:lnTo>
                <a:cubicBezTo>
                  <a:pt x="1284111" y="4577645"/>
                  <a:pt x="1281288" y="2288822"/>
                  <a:pt x="1278466" y="0"/>
                </a:cubicBezTo>
                <a:lnTo>
                  <a:pt x="1016000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  <a:alpha val="7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sz="1800"/>
          </a:p>
        </p:txBody>
      </p:sp>
      <p:sp>
        <p:nvSpPr>
          <p:cNvPr id="14" name="手繪多邊形 13"/>
          <p:cNvSpPr/>
          <p:nvPr/>
        </p:nvSpPr>
        <p:spPr>
          <a:xfrm>
            <a:off x="10941783" y="-8468"/>
            <a:ext cx="1270575" cy="6866467"/>
          </a:xfrm>
          <a:custGeom>
            <a:avLst/>
            <a:gdLst>
              <a:gd name="connsiteX0" fmla="*/ 0 w 1244600"/>
              <a:gd name="connsiteY0" fmla="*/ 0 h 6874934"/>
              <a:gd name="connsiteX1" fmla="*/ 1117600 w 1244600"/>
              <a:gd name="connsiteY1" fmla="*/ 6866467 h 6874934"/>
              <a:gd name="connsiteX2" fmla="*/ 1244600 w 1244600"/>
              <a:gd name="connsiteY2" fmla="*/ 6874934 h 6874934"/>
              <a:gd name="connsiteX3" fmla="*/ 1236134 w 1244600"/>
              <a:gd name="connsiteY3" fmla="*/ 0 h 6874934"/>
              <a:gd name="connsiteX4" fmla="*/ 0 w 1244600"/>
              <a:gd name="connsiteY4" fmla="*/ 0 h 6874934"/>
              <a:gd name="connsiteX0" fmla="*/ 0 w 1253067"/>
              <a:gd name="connsiteY0" fmla="*/ 0 h 6874934"/>
              <a:gd name="connsiteX1" fmla="*/ 1117600 w 1253067"/>
              <a:gd name="connsiteY1" fmla="*/ 6866467 h 6874934"/>
              <a:gd name="connsiteX2" fmla="*/ 1244600 w 1253067"/>
              <a:gd name="connsiteY2" fmla="*/ 6874934 h 6874934"/>
              <a:gd name="connsiteX3" fmla="*/ 1253067 w 1253067"/>
              <a:gd name="connsiteY3" fmla="*/ 0 h 6874934"/>
              <a:gd name="connsiteX4" fmla="*/ 0 w 1253067"/>
              <a:gd name="connsiteY4" fmla="*/ 0 h 6874934"/>
              <a:gd name="connsiteX0" fmla="*/ 0 w 1270244"/>
              <a:gd name="connsiteY0" fmla="*/ 0 h 6866467"/>
              <a:gd name="connsiteX1" fmla="*/ 1117600 w 1270244"/>
              <a:gd name="connsiteY1" fmla="*/ 6866467 h 6866467"/>
              <a:gd name="connsiteX2" fmla="*/ 1270000 w 1270244"/>
              <a:gd name="connsiteY2" fmla="*/ 6866467 h 6866467"/>
              <a:gd name="connsiteX3" fmla="*/ 1253067 w 1270244"/>
              <a:gd name="connsiteY3" fmla="*/ 0 h 6866467"/>
              <a:gd name="connsiteX4" fmla="*/ 0 w 1270244"/>
              <a:gd name="connsiteY4" fmla="*/ 0 h 6866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70244" h="6866467">
                <a:moveTo>
                  <a:pt x="0" y="0"/>
                </a:moveTo>
                <a:lnTo>
                  <a:pt x="1117600" y="6866467"/>
                </a:lnTo>
                <a:lnTo>
                  <a:pt x="1270000" y="6866467"/>
                </a:lnTo>
                <a:cubicBezTo>
                  <a:pt x="1272822" y="4574822"/>
                  <a:pt x="1250245" y="2291645"/>
                  <a:pt x="1253067" y="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6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sz="1800"/>
          </a:p>
        </p:txBody>
      </p:sp>
      <p:sp>
        <p:nvSpPr>
          <p:cNvPr id="15" name="手繪多邊形 14"/>
          <p:cNvSpPr/>
          <p:nvPr/>
        </p:nvSpPr>
        <p:spPr>
          <a:xfrm>
            <a:off x="10374369" y="3589868"/>
            <a:ext cx="1820807" cy="3268133"/>
          </a:xfrm>
          <a:custGeom>
            <a:avLst/>
            <a:gdLst>
              <a:gd name="connsiteX0" fmla="*/ 0 w 1820333"/>
              <a:gd name="connsiteY0" fmla="*/ 3268133 h 3268133"/>
              <a:gd name="connsiteX1" fmla="*/ 1811866 w 1820333"/>
              <a:gd name="connsiteY1" fmla="*/ 0 h 3268133"/>
              <a:gd name="connsiteX2" fmla="*/ 1820333 w 1820333"/>
              <a:gd name="connsiteY2" fmla="*/ 3259666 h 3268133"/>
              <a:gd name="connsiteX3" fmla="*/ 0 w 1820333"/>
              <a:gd name="connsiteY3" fmla="*/ 3268133 h 32681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20333" h="3268133">
                <a:moveTo>
                  <a:pt x="0" y="3268133"/>
                </a:moveTo>
                <a:lnTo>
                  <a:pt x="1811866" y="0"/>
                </a:lnTo>
                <a:cubicBezTo>
                  <a:pt x="1814688" y="1086555"/>
                  <a:pt x="1817511" y="2173111"/>
                  <a:pt x="1820333" y="3259666"/>
                </a:cubicBezTo>
                <a:lnTo>
                  <a:pt x="0" y="3268133"/>
                </a:lnTo>
                <a:close/>
              </a:path>
            </a:pathLst>
          </a:custGeom>
          <a:solidFill>
            <a:schemeClr val="accent1">
              <a:alpha val="8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sz="1800"/>
          </a:p>
        </p:txBody>
      </p:sp>
      <p:sp>
        <p:nvSpPr>
          <p:cNvPr id="16" name="手繪多邊形 15"/>
          <p:cNvSpPr/>
          <p:nvPr/>
        </p:nvSpPr>
        <p:spPr>
          <a:xfrm>
            <a:off x="-8469" y="4013201"/>
            <a:ext cx="457319" cy="2853267"/>
          </a:xfrm>
          <a:custGeom>
            <a:avLst/>
            <a:gdLst>
              <a:gd name="connsiteX0" fmla="*/ 0 w 457200"/>
              <a:gd name="connsiteY0" fmla="*/ 0 h 2853267"/>
              <a:gd name="connsiteX1" fmla="*/ 457200 w 457200"/>
              <a:gd name="connsiteY1" fmla="*/ 2853267 h 2853267"/>
              <a:gd name="connsiteX2" fmla="*/ 0 w 457200"/>
              <a:gd name="connsiteY2" fmla="*/ 2844800 h 2853267"/>
              <a:gd name="connsiteX3" fmla="*/ 0 w 457200"/>
              <a:gd name="connsiteY3" fmla="*/ 0 h 28532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7200" h="2853267">
                <a:moveTo>
                  <a:pt x="0" y="0"/>
                </a:moveTo>
                <a:lnTo>
                  <a:pt x="457200" y="2853267"/>
                </a:lnTo>
                <a:lnTo>
                  <a:pt x="0" y="2844800"/>
                </a:lnTo>
                <a:cubicBezTo>
                  <a:pt x="2822" y="1905000"/>
                  <a:pt x="5645" y="965200"/>
                  <a:pt x="0" y="0"/>
                </a:cubicBezTo>
                <a:close/>
              </a:path>
            </a:pathLst>
          </a:cu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TW" sz="1800"/>
          </a:p>
        </p:txBody>
      </p:sp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77511" y="609600"/>
            <a:ext cx="8598907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zh-TW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77511" y="2160590"/>
            <a:ext cx="8598907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/>
              <a:t>按一下以編輯母片文字樣式</a:t>
            </a:r>
          </a:p>
          <a:p>
            <a:pPr lvl="1"/>
            <a:r>
              <a:rPr lang="zh-TW"/>
              <a:t>第二層</a:t>
            </a:r>
          </a:p>
          <a:p>
            <a:pPr lvl="2"/>
            <a:r>
              <a:rPr lang="zh-TW"/>
              <a:t>第三層</a:t>
            </a:r>
          </a:p>
          <a:p>
            <a:pPr lvl="3"/>
            <a:r>
              <a:rPr lang="zh-TW"/>
              <a:t>第四層</a:t>
            </a:r>
          </a:p>
          <a:p>
            <a:pPr lvl="4"/>
            <a:r>
              <a:rPr lang="zh-TW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7207010" y="6041363"/>
            <a:ext cx="912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latinLnBrk="0">
              <a:defRPr lang="zh-TW"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11F0EC-4F60-4544-9956-271209A740FE}" type="datetimeFigureOut">
              <a:t>1/5/2026</a:t>
            </a:fld>
            <a:endParaRPr 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677511" y="6041363"/>
            <a:ext cx="62992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latinLnBrk="0">
              <a:defRPr lang="zh-TW"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592901" y="6041363"/>
            <a:ext cx="683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latinLnBrk="0">
              <a:defRPr lang="zh-TW" sz="900">
                <a:solidFill>
                  <a:schemeClr val="accent1"/>
                </a:solidFill>
              </a:defRPr>
            </a:lvl1pPr>
          </a:lstStyle>
          <a:p>
            <a:fld id="{DEC7A5AD-5AEC-42D0-A3BE-F46B40576360}" type="slidenum">
              <a:t>‹#›</a:t>
            </a:fld>
            <a:endParaRPr lang="zh-TW"/>
          </a:p>
        </p:txBody>
      </p:sp>
    </p:spTree>
    <p:extLst>
      <p:ext uri="{BB962C8B-B14F-4D97-AF65-F5344CB8AC3E}">
        <p14:creationId xmlns:p14="http://schemas.microsoft.com/office/powerpoint/2010/main" val="1654197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lang="zh-TW"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latinLnBrk="0" hangingPunct="1">
        <a:defRPr lang="zh-TW">
          <a:solidFill>
            <a:schemeClr val="tx2"/>
          </a:solidFill>
        </a:defRPr>
      </a:lvl2pPr>
      <a:lvl3pPr eaLnBrk="1" latinLnBrk="0" hangingPunct="1">
        <a:defRPr lang="zh-TW">
          <a:solidFill>
            <a:schemeClr val="tx2"/>
          </a:solidFill>
        </a:defRPr>
      </a:lvl3pPr>
      <a:lvl4pPr eaLnBrk="1" latinLnBrk="0" hangingPunct="1">
        <a:defRPr lang="zh-TW">
          <a:solidFill>
            <a:schemeClr val="tx2"/>
          </a:solidFill>
        </a:defRPr>
      </a:lvl4pPr>
      <a:lvl5pPr eaLnBrk="1" latinLnBrk="0" hangingPunct="1">
        <a:defRPr lang="zh-TW">
          <a:solidFill>
            <a:schemeClr val="tx2"/>
          </a:solidFill>
        </a:defRPr>
      </a:lvl5pPr>
      <a:lvl6pPr eaLnBrk="1" latinLnBrk="0" hangingPunct="1">
        <a:defRPr lang="zh-TW">
          <a:solidFill>
            <a:schemeClr val="tx2"/>
          </a:solidFill>
        </a:defRPr>
      </a:lvl6pPr>
      <a:lvl7pPr eaLnBrk="1" latinLnBrk="0" hangingPunct="1">
        <a:defRPr lang="zh-TW">
          <a:solidFill>
            <a:schemeClr val="tx2"/>
          </a:solidFill>
        </a:defRPr>
      </a:lvl7pPr>
      <a:lvl8pPr eaLnBrk="1" latinLnBrk="0" hangingPunct="1">
        <a:defRPr lang="zh-TW">
          <a:solidFill>
            <a:schemeClr val="tx2"/>
          </a:solidFill>
        </a:defRPr>
      </a:lvl8pPr>
      <a:lvl9pPr eaLnBrk="1" latinLnBrk="0" hangingPunct="1">
        <a:defRPr lang="zh-TW"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lang="zh-TW"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lang="zh-TW"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lang="zh-TW"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lang="zh-TW"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lang="zh-TW"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lang="zh-TW"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lang="zh-TW"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lang="zh-TW"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lang="zh-TW"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457200" rtl="0" eaLnBrk="1" latinLnBrk="0" hangingPunct="1">
        <a:defRPr lang="zh-TW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lang="zh-TW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lang="zh-TW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lang="zh-TW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lang="zh-TW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lang="zh-TW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lang="zh-TW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lang="zh-TW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lang="zh-TW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6" name="矩形 8"/>
          <p:cNvSpPr>
            <a:spLocks noGrp="1" noChangeArrowheads="1"/>
          </p:cNvSpPr>
          <p:nvPr>
            <p:ph type="ctrTitle"/>
          </p:nvPr>
        </p:nvSpPr>
        <p:spPr>
          <a:xfrm>
            <a:off x="1904467" y="2016343"/>
            <a:ext cx="7056654" cy="1646302"/>
          </a:xfrm>
        </p:spPr>
        <p:txBody>
          <a:bodyPr/>
          <a:lstStyle/>
          <a:p>
            <a:pPr algn="l"/>
            <a:r>
              <a:rPr lang="pt-BR" altLang="zh-HK" sz="4200" b="1" dirty="0">
                <a:solidFill>
                  <a:srgbClr val="00B050"/>
                </a:solidFill>
              </a:rPr>
              <a:t>COMP2003HK</a:t>
            </a:r>
            <a:br>
              <a:rPr lang="pt-BR" altLang="zh-HK" sz="4200" b="1" dirty="0">
                <a:solidFill>
                  <a:srgbClr val="00B050"/>
                </a:solidFill>
              </a:rPr>
            </a:br>
            <a:r>
              <a:rPr lang="pt-BR" altLang="zh-HK" sz="4200" b="1" dirty="0">
                <a:solidFill>
                  <a:srgbClr val="00B050"/>
                </a:solidFill>
              </a:rPr>
              <a:t>Computing Group Project</a:t>
            </a:r>
            <a:endParaRPr lang="zh-TW" sz="4200" dirty="0">
              <a:solidFill>
                <a:srgbClr val="00B050"/>
              </a:solidFill>
            </a:endParaRPr>
          </a:p>
        </p:txBody>
      </p:sp>
      <p:sp>
        <p:nvSpPr>
          <p:cNvPr id="89097" name="矩形 9"/>
          <p:cNvSpPr>
            <a:spLocks noGrp="1" noChangeArrowheads="1"/>
          </p:cNvSpPr>
          <p:nvPr>
            <p:ph type="subTitle" idx="1"/>
          </p:nvPr>
        </p:nvSpPr>
        <p:spPr>
          <a:xfrm>
            <a:off x="1904467" y="3662645"/>
            <a:ext cx="1806043" cy="655355"/>
          </a:xfrm>
        </p:spPr>
        <p:txBody>
          <a:bodyPr>
            <a:normAutofit/>
          </a:bodyPr>
          <a:lstStyle/>
          <a:p>
            <a:pPr algn="l"/>
            <a:r>
              <a:rPr lang="en-US" altLang="zh-TW" sz="3200" b="1" dirty="0">
                <a:solidFill>
                  <a:schemeClr val="accent1"/>
                </a:solidFill>
                <a:latin typeface="+mn-ea"/>
              </a:rPr>
              <a:t>Group 5</a:t>
            </a:r>
            <a:endParaRPr lang="zh-TW" sz="32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879509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矩形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zh-TW" b="1" dirty="0">
                <a:solidFill>
                  <a:schemeClr val="accent2"/>
                </a:solidFill>
              </a:rPr>
              <a:t> Project Planning </a:t>
            </a:r>
            <a:r>
              <a:rPr lang="pt-BR" altLang="zh-TW" b="1" dirty="0" err="1">
                <a:solidFill>
                  <a:schemeClr val="accent2"/>
                </a:solidFill>
              </a:rPr>
              <a:t>Process</a:t>
            </a:r>
            <a:r>
              <a:rPr lang="pt-BR" altLang="zh-TW" b="1" dirty="0">
                <a:solidFill>
                  <a:schemeClr val="accent2"/>
                </a:solidFill>
              </a:rPr>
              <a:t> </a:t>
            </a:r>
            <a:br>
              <a:rPr lang="pt-BR" altLang="zh-TW" b="1" dirty="0">
                <a:solidFill>
                  <a:schemeClr val="accent2"/>
                </a:solidFill>
              </a:rPr>
            </a:br>
            <a:r>
              <a:rPr lang="pt-BR" altLang="zh-TW" b="1" dirty="0">
                <a:solidFill>
                  <a:schemeClr val="accent2"/>
                </a:solidFill>
                <a:highlight>
                  <a:srgbClr val="FFFF00"/>
                </a:highlight>
              </a:rPr>
              <a:t>(</a:t>
            </a:r>
            <a:r>
              <a:rPr lang="pt-BR" altLang="zh-HK" b="1" dirty="0">
                <a:solidFill>
                  <a:schemeClr val="accent2"/>
                </a:solidFill>
                <a:highlight>
                  <a:srgbClr val="FFFF00"/>
                </a:highlight>
              </a:rPr>
              <a:t>Follow-up </a:t>
            </a:r>
            <a:r>
              <a:rPr lang="pt-BR" altLang="zh-HK" b="1" dirty="0" err="1">
                <a:solidFill>
                  <a:schemeClr val="accent2"/>
                </a:solidFill>
                <a:highlight>
                  <a:srgbClr val="FFFF00"/>
                </a:highlight>
              </a:rPr>
              <a:t>needed</a:t>
            </a:r>
            <a:r>
              <a:rPr lang="pt-BR" altLang="zh-TW" b="1" dirty="0">
                <a:solidFill>
                  <a:schemeClr val="accent2"/>
                </a:solidFill>
                <a:highlight>
                  <a:srgbClr val="FFFF00"/>
                </a:highlight>
              </a:rPr>
              <a:t>)</a:t>
            </a:r>
            <a:endParaRPr lang="zh-TW" b="1" dirty="0">
              <a:solidFill>
                <a:schemeClr val="accent2"/>
              </a:solidFill>
              <a:highlight>
                <a:srgbClr val="FFFF00"/>
              </a:highlight>
            </a:endParaRPr>
          </a:p>
        </p:txBody>
      </p:sp>
      <p:sp>
        <p:nvSpPr>
          <p:cNvPr id="86019" name="矩形 3"/>
          <p:cNvSpPr>
            <a:spLocks noGrp="1" noChangeArrowheads="1"/>
          </p:cNvSpPr>
          <p:nvPr>
            <p:ph idx="1"/>
          </p:nvPr>
        </p:nvSpPr>
        <p:spPr>
          <a:xfrm>
            <a:off x="677511" y="1760540"/>
            <a:ext cx="8598907" cy="3880773"/>
          </a:xfrm>
        </p:spPr>
        <p:txBody>
          <a:bodyPr/>
          <a:lstStyle/>
          <a:p>
            <a:r>
              <a:rPr lang="en-US" altLang="zh-HK" dirty="0"/>
              <a:t>Articulation of the project planning process and design decisions.</a:t>
            </a:r>
          </a:p>
          <a:p>
            <a:r>
              <a:rPr lang="en-US" altLang="zh-HK" dirty="0"/>
              <a:t>Our audience is the client, so do not no need to take many time to talk  about project background.</a:t>
            </a:r>
          </a:p>
          <a:p>
            <a:r>
              <a:rPr lang="en-US" altLang="zh-HK" dirty="0"/>
              <a:t>How our plan the whole project ?</a:t>
            </a:r>
          </a:p>
          <a:p>
            <a:r>
              <a:rPr lang="en-US" altLang="zh-HK" dirty="0"/>
              <a:t>Example: By what time / how much % we finish/How is the progress now ?</a:t>
            </a:r>
          </a:p>
          <a:p>
            <a:endParaRPr lang="en-US" altLang="zh-HK" dirty="0"/>
          </a:p>
          <a:p>
            <a:endParaRPr lang="zh-TW" dirty="0"/>
          </a:p>
        </p:txBody>
      </p:sp>
    </p:spTree>
    <p:extLst>
      <p:ext uri="{BB962C8B-B14F-4D97-AF65-F5344CB8AC3E}">
        <p14:creationId xmlns:p14="http://schemas.microsoft.com/office/powerpoint/2010/main" val="14505685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矩形 2"/>
          <p:cNvSpPr>
            <a:spLocks noGrp="1" noChangeArrowheads="1"/>
          </p:cNvSpPr>
          <p:nvPr>
            <p:ph type="title"/>
          </p:nvPr>
        </p:nvSpPr>
        <p:spPr>
          <a:xfrm>
            <a:off x="677511" y="609600"/>
            <a:ext cx="8598907" cy="733425"/>
          </a:xfrm>
        </p:spPr>
        <p:txBody>
          <a:bodyPr/>
          <a:lstStyle/>
          <a:p>
            <a:r>
              <a:rPr lang="pt-BR" altLang="zh-TW" b="1" dirty="0">
                <a:solidFill>
                  <a:schemeClr val="accent2"/>
                </a:solidFill>
              </a:rPr>
              <a:t>Design </a:t>
            </a:r>
            <a:r>
              <a:rPr lang="pt-BR" altLang="zh-TW" b="1" dirty="0" err="1">
                <a:solidFill>
                  <a:schemeClr val="accent2"/>
                </a:solidFill>
              </a:rPr>
              <a:t>Decisions</a:t>
            </a:r>
            <a:r>
              <a:rPr lang="pt-BR" altLang="zh-TW" b="1" dirty="0">
                <a:solidFill>
                  <a:schemeClr val="accent2"/>
                </a:solidFill>
              </a:rPr>
              <a:t> </a:t>
            </a:r>
            <a:r>
              <a:rPr lang="pt-BR" altLang="zh-TW" b="1" dirty="0">
                <a:solidFill>
                  <a:schemeClr val="accent2"/>
                </a:solidFill>
                <a:highlight>
                  <a:srgbClr val="FFFF00"/>
                </a:highlight>
              </a:rPr>
              <a:t>(</a:t>
            </a:r>
            <a:r>
              <a:rPr lang="pt-BR" altLang="zh-HK" b="1" dirty="0">
                <a:highlight>
                  <a:srgbClr val="FFFF00"/>
                </a:highlight>
              </a:rPr>
              <a:t>Follow-up </a:t>
            </a:r>
            <a:r>
              <a:rPr lang="pt-BR" altLang="zh-HK" b="1" dirty="0" err="1">
                <a:highlight>
                  <a:srgbClr val="FFFF00"/>
                </a:highlight>
              </a:rPr>
              <a:t>needed</a:t>
            </a:r>
            <a:r>
              <a:rPr lang="pt-BR" altLang="zh-TW" b="1" dirty="0">
                <a:solidFill>
                  <a:schemeClr val="accent2"/>
                </a:solidFill>
                <a:highlight>
                  <a:srgbClr val="FFFF00"/>
                </a:highlight>
              </a:rPr>
              <a:t>)</a:t>
            </a:r>
            <a:endParaRPr lang="zh-TW" b="1" dirty="0">
              <a:solidFill>
                <a:schemeClr val="accent2"/>
              </a:solidFill>
              <a:highlight>
                <a:srgbClr val="FFFF00"/>
              </a:highlight>
            </a:endParaRPr>
          </a:p>
        </p:txBody>
      </p:sp>
      <p:sp>
        <p:nvSpPr>
          <p:cNvPr id="91139" name="矩形 3"/>
          <p:cNvSpPr>
            <a:spLocks noGrp="1" noChangeArrowheads="1"/>
          </p:cNvSpPr>
          <p:nvPr>
            <p:ph idx="1"/>
          </p:nvPr>
        </p:nvSpPr>
        <p:spPr>
          <a:xfrm>
            <a:off x="677511" y="1617665"/>
            <a:ext cx="8598907" cy="4211635"/>
          </a:xfrm>
        </p:spPr>
        <p:txBody>
          <a:bodyPr/>
          <a:lstStyle/>
          <a:p>
            <a:r>
              <a:rPr lang="en-GB" altLang="zh-HK" dirty="0"/>
              <a:t>How you choose your gamification elements</a:t>
            </a:r>
            <a:r>
              <a:rPr lang="zh-HK" altLang="en-GB" dirty="0"/>
              <a:t>？</a:t>
            </a:r>
            <a:endParaRPr lang="en-US" altLang="zh-HK" dirty="0"/>
          </a:p>
          <a:p>
            <a:r>
              <a:rPr lang="en-US" altLang="zh-HK" dirty="0"/>
              <a:t>How you are paradise your functionalities</a:t>
            </a:r>
            <a:r>
              <a:rPr lang="zh-HK" altLang="en-US" dirty="0"/>
              <a:t>？</a:t>
            </a:r>
            <a:endParaRPr lang="en-US" altLang="zh-HK" dirty="0"/>
          </a:p>
          <a:p>
            <a:r>
              <a:rPr lang="en-US" altLang="zh-HK" dirty="0"/>
              <a:t>Your choice for Platform / Program language?</a:t>
            </a:r>
          </a:p>
          <a:p>
            <a:r>
              <a:rPr lang="en-US" altLang="zh-TW" dirty="0"/>
              <a:t>Good to use Comparison or some choices that we come to our final.</a:t>
            </a:r>
            <a:endParaRPr lang="en-US" altLang="zh-HK" dirty="0"/>
          </a:p>
          <a:p>
            <a:r>
              <a:rPr lang="en-US" altLang="zh-TW" dirty="0" err="1"/>
              <a:t>Eg.</a:t>
            </a:r>
            <a:r>
              <a:rPr lang="en-US" altLang="zh-TW" dirty="0"/>
              <a:t> </a:t>
            </a:r>
            <a:r>
              <a:rPr lang="en-US" altLang="zh-HK" dirty="0"/>
              <a:t>We would like to use. Why was this decision made? It can't simply be because we only know XXX language.</a:t>
            </a:r>
          </a:p>
        </p:txBody>
      </p:sp>
    </p:spTree>
    <p:extLst>
      <p:ext uri="{BB962C8B-B14F-4D97-AF65-F5344CB8AC3E}">
        <p14:creationId xmlns:p14="http://schemas.microsoft.com/office/powerpoint/2010/main" val="38076928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矩形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>
                <a:solidFill>
                  <a:schemeClr val="accent2"/>
                </a:solidFill>
                <a:latin typeface="+mn-ea"/>
                <a:ea typeface="+mn-ea"/>
              </a:rPr>
              <a:t>Demonstration of an initial prototype</a:t>
            </a:r>
            <a:endParaRPr lang="zh-TW" b="1" dirty="0">
              <a:solidFill>
                <a:schemeClr val="accent2"/>
              </a:solidFill>
              <a:latin typeface="+mn-ea"/>
              <a:ea typeface="+mn-ea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9228D65-209B-BF24-BA2E-5279758080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77511" y="1431985"/>
            <a:ext cx="8483742" cy="4609376"/>
          </a:xfrm>
        </p:spPr>
        <p:txBody>
          <a:bodyPr/>
          <a:lstStyle/>
          <a:p>
            <a:endParaRPr lang="zh-HK" altLang="en-US" dirty="0"/>
          </a:p>
        </p:txBody>
      </p:sp>
    </p:spTree>
    <p:extLst>
      <p:ext uri="{BB962C8B-B14F-4D97-AF65-F5344CB8AC3E}">
        <p14:creationId xmlns:p14="http://schemas.microsoft.com/office/powerpoint/2010/main" val="22171012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77511" y="609600"/>
            <a:ext cx="8598907" cy="770626"/>
          </a:xfrm>
        </p:spPr>
        <p:txBody>
          <a:bodyPr anchor="t">
            <a:normAutofit/>
          </a:bodyPr>
          <a:lstStyle/>
          <a:p>
            <a:r>
              <a:rPr lang="en-US" altLang="zh-TW" b="1" dirty="0">
                <a:solidFill>
                  <a:schemeClr val="accent2"/>
                </a:solidFill>
              </a:rPr>
              <a:t>Welcome &amp; User Login Page</a:t>
            </a:r>
            <a:endParaRPr lang="zh-TW" b="1" dirty="0">
              <a:solidFill>
                <a:schemeClr val="accent2"/>
              </a:solidFill>
            </a:endParaRPr>
          </a:p>
        </p:txBody>
      </p:sp>
      <p:pic>
        <p:nvPicPr>
          <p:cNvPr id="6" name="內容版面配置區 5" descr="一張含有 文字, 螢幕擷取畫面, 圖表, 設計 的圖片&#10;&#10;AI 產生的內容可能不正確。">
            <a:extLst>
              <a:ext uri="{FF2B5EF4-FFF2-40B4-BE49-F238E27FC236}">
                <a16:creationId xmlns:a16="http://schemas.microsoft.com/office/drawing/2014/main" id="{1B82C2B8-8458-60C8-DA1B-0C8209DD9C8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66001" y="1602596"/>
            <a:ext cx="8221926" cy="411096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7793650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68" name="Title 1">
            <a:extLst>
              <a:ext uri="{FF2B5EF4-FFF2-40B4-BE49-F238E27FC236}">
                <a16:creationId xmlns:a16="http://schemas.microsoft.com/office/drawing/2014/main" id="{B065074E-4AB0-1F69-264D-041C9B521A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9111" y="213360"/>
            <a:ext cx="8598907" cy="1320800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Home Page( Gamification )</a:t>
            </a:r>
          </a:p>
        </p:txBody>
      </p:sp>
      <p:pic>
        <p:nvPicPr>
          <p:cNvPr id="6" name="Picture 5" descr="A screenshot of a phone&#10;&#10;AI-generated content may be incorrect.">
            <a:extLst>
              <a:ext uri="{FF2B5EF4-FFF2-40B4-BE49-F238E27FC236}">
                <a16:creationId xmlns:a16="http://schemas.microsoft.com/office/drawing/2014/main" id="{E747967E-0A56-06CA-26C0-CE5471DEBD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655" y="1005840"/>
            <a:ext cx="2647860" cy="57404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EB00015-34D4-84EE-7A56-DB2A89524645}"/>
              </a:ext>
            </a:extLst>
          </p:cNvPr>
          <p:cNvSpPr txBox="1"/>
          <p:nvPr/>
        </p:nvSpPr>
        <p:spPr>
          <a:xfrm>
            <a:off x="3865979" y="1727200"/>
            <a:ext cx="6111240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FF0000"/>
                </a:solidFill>
                <a:latin typeface="Aptos" panose="020B0004020202020204" pitchFamily="34" charset="0"/>
              </a:rPr>
              <a:t>Users earn XP by completing focus sessions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200" dirty="0">
              <a:solidFill>
                <a:srgbClr val="FF0000"/>
              </a:solidFill>
              <a:latin typeface="Aptos" panose="020B0004020202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FF0000"/>
                </a:solidFill>
                <a:latin typeface="Aptos" panose="020B0004020202020204" pitchFamily="34" charset="0"/>
              </a:rPr>
              <a:t>Spend XP to unlock building assets (trees, houses, roads)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200" dirty="0">
              <a:solidFill>
                <a:srgbClr val="FF0000"/>
              </a:solidFill>
              <a:latin typeface="Aptos" panose="020B0004020202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FF0000"/>
                </a:solidFill>
                <a:latin typeface="Aptos" panose="020B0004020202020204" pitchFamily="34" charset="0"/>
              </a:rPr>
              <a:t>Green spaces - drag &amp; drop areas for personal utopia</a:t>
            </a:r>
          </a:p>
        </p:txBody>
      </p:sp>
    </p:spTree>
    <p:extLst>
      <p:ext uri="{BB962C8B-B14F-4D97-AF65-F5344CB8AC3E}">
        <p14:creationId xmlns:p14="http://schemas.microsoft.com/office/powerpoint/2010/main" val="33517308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52E2AB-7940-0425-5960-8A087E490E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6151" y="294640"/>
            <a:ext cx="8598907" cy="762000"/>
          </a:xfrm>
        </p:spPr>
        <p:txBody>
          <a:bodyPr/>
          <a:lstStyle/>
          <a:p>
            <a:pPr algn="ctr"/>
            <a:r>
              <a:rPr lang="en-GB" dirty="0">
                <a:solidFill>
                  <a:srgbClr val="00B0F0"/>
                </a:solidFill>
              </a:rPr>
              <a:t>Prioritized &amp; Functionalities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357DCC8-C551-C909-F8AC-16C161A2444C}"/>
              </a:ext>
            </a:extLst>
          </p:cNvPr>
          <p:cNvSpPr txBox="1"/>
          <p:nvPr/>
        </p:nvSpPr>
        <p:spPr>
          <a:xfrm>
            <a:off x="1226151" y="1334254"/>
            <a:ext cx="8445500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b="0" i="0" dirty="0" err="1">
                <a:solidFill>
                  <a:srgbClr val="FF0000"/>
                </a:solidFill>
                <a:effectLst/>
                <a:latin typeface="Aptos" panose="020B0004020202020204" pitchFamily="34" charset="0"/>
              </a:rPr>
              <a:t>MoSCoW</a:t>
            </a:r>
            <a:r>
              <a:rPr lang="en-GB" sz="2400" b="0" i="0" dirty="0">
                <a:solidFill>
                  <a:srgbClr val="FF0000"/>
                </a:solidFill>
                <a:effectLst/>
                <a:latin typeface="Aptos" panose="020B0004020202020204" pitchFamily="34" charset="0"/>
              </a:rPr>
              <a:t>  method:</a:t>
            </a:r>
          </a:p>
          <a:p>
            <a:endParaRPr lang="en-GB" sz="2400" dirty="0">
              <a:solidFill>
                <a:schemeClr val="accent1"/>
              </a:solidFill>
              <a:latin typeface="Aptos" panose="020B00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2060"/>
                </a:solidFill>
                <a:latin typeface="Aptos" panose="020B0004020202020204" pitchFamily="34" charset="0"/>
              </a:rPr>
              <a:t>Must-have feature: Focus timers, city building, and activity logging form our core value</a:t>
            </a:r>
          </a:p>
          <a:p>
            <a:endParaRPr lang="en-US" sz="2400" dirty="0">
              <a:solidFill>
                <a:schemeClr val="accent1"/>
              </a:solidFill>
              <a:latin typeface="Aptos" panose="020B00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2060"/>
                </a:solidFill>
                <a:latin typeface="Aptos" panose="020B0004020202020204" pitchFamily="34" charset="0"/>
              </a:rPr>
              <a:t>Should-have feature: Dashboards and notifications boost daily usage</a:t>
            </a:r>
          </a:p>
          <a:p>
            <a:endParaRPr lang="en-US" sz="2400" dirty="0">
              <a:solidFill>
                <a:srgbClr val="002060"/>
              </a:solidFill>
              <a:latin typeface="Aptos" panose="020B00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2060"/>
                </a:solidFill>
                <a:latin typeface="Aptos" panose="020B0004020202020204" pitchFamily="34" charset="0"/>
              </a:rPr>
              <a:t>Could-have features: like custom city themes remain optional for future iterations.</a:t>
            </a:r>
          </a:p>
          <a:p>
            <a:endParaRPr lang="en-US" sz="2400" dirty="0">
              <a:solidFill>
                <a:srgbClr val="002060"/>
              </a:solidFill>
              <a:latin typeface="Aptos" panose="020B00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2060"/>
                </a:solidFill>
                <a:latin typeface="Aptos" panose="020B0004020202020204" pitchFamily="34" charset="0"/>
              </a:rPr>
              <a:t>Won't-have features: such as leaderboards or social sharing were excluded to maintain privacy focus and scope control.</a:t>
            </a:r>
            <a:endParaRPr lang="en-GB" sz="2400" dirty="0">
              <a:solidFill>
                <a:srgbClr val="002060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07781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2CEE4E-F574-E68D-3D53-940DF6B485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511" y="609600"/>
            <a:ext cx="8598907" cy="782320"/>
          </a:xfrm>
        </p:spPr>
        <p:txBody>
          <a:bodyPr/>
          <a:lstStyle/>
          <a:p>
            <a:pPr algn="ctr"/>
            <a:r>
              <a:rPr lang="en-GB" dirty="0">
                <a:solidFill>
                  <a:srgbClr val="00B0F0"/>
                </a:solidFill>
              </a:rPr>
              <a:t>Technology Stack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ABCCC86-3684-8CF1-38F6-DA262C1B8EBD}"/>
              </a:ext>
            </a:extLst>
          </p:cNvPr>
          <p:cNvSpPr txBox="1"/>
          <p:nvPr/>
        </p:nvSpPr>
        <p:spPr>
          <a:xfrm>
            <a:off x="1057646" y="1843950"/>
            <a:ext cx="9000753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>
                <a:solidFill>
                  <a:srgbClr val="FF0000"/>
                </a:solidFill>
                <a:latin typeface="Aptos" panose="020B0004020202020204" pitchFamily="34" charset="0"/>
              </a:rPr>
              <a:t>Flutter: main development framework</a:t>
            </a:r>
          </a:p>
          <a:p>
            <a:endParaRPr lang="en-US" sz="4000" dirty="0">
              <a:solidFill>
                <a:srgbClr val="FF0000"/>
              </a:solidFill>
              <a:latin typeface="Aptos" panose="020B0004020202020204" pitchFamily="34" charset="0"/>
            </a:endParaRPr>
          </a:p>
          <a:p>
            <a:r>
              <a:rPr lang="en-US" sz="4000" dirty="0">
                <a:solidFill>
                  <a:srgbClr val="FF0000"/>
                </a:solidFill>
                <a:latin typeface="Aptos" panose="020B0004020202020204" pitchFamily="34" charset="0"/>
              </a:rPr>
              <a:t>Dart: programming language</a:t>
            </a:r>
          </a:p>
          <a:p>
            <a:endParaRPr lang="en-US" sz="4000" dirty="0">
              <a:solidFill>
                <a:srgbClr val="FF0000"/>
              </a:solidFill>
              <a:latin typeface="Aptos" panose="020B0004020202020204" pitchFamily="34" charset="0"/>
            </a:endParaRPr>
          </a:p>
          <a:p>
            <a:r>
              <a:rPr lang="en-US" sz="4000" dirty="0">
                <a:solidFill>
                  <a:srgbClr val="FF0000"/>
                </a:solidFill>
                <a:latin typeface="Aptos" panose="020B0004020202020204" pitchFamily="34" charset="0"/>
              </a:rPr>
              <a:t>SQLite: local database</a:t>
            </a:r>
            <a:endParaRPr lang="en-GB" sz="4000" dirty="0">
              <a:solidFill>
                <a:srgbClr val="FF0000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69420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B5D15E-754B-96A3-2BB8-F187D7C028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511" y="609600"/>
            <a:ext cx="8598907" cy="802640"/>
          </a:xfrm>
        </p:spPr>
        <p:txBody>
          <a:bodyPr/>
          <a:lstStyle/>
          <a:p>
            <a:pPr algn="ctr"/>
            <a:r>
              <a:rPr lang="en-GB" dirty="0">
                <a:solidFill>
                  <a:srgbClr val="00B0F0"/>
                </a:solidFill>
              </a:rPr>
              <a:t>Why This Combination Works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0B1B98-C16B-9A72-7CCF-D8A9B7D39318}"/>
              </a:ext>
            </a:extLst>
          </p:cNvPr>
          <p:cNvSpPr txBox="1"/>
          <p:nvPr/>
        </p:nvSpPr>
        <p:spPr>
          <a:xfrm>
            <a:off x="825334" y="1930400"/>
            <a:ext cx="8857146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FF0000"/>
                </a:solidFill>
                <a:latin typeface="Aptos" panose="020B0004020202020204" pitchFamily="34" charset="0"/>
              </a:rPr>
              <a:t>Single codebase for Android plus iOS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4000" dirty="0">
              <a:solidFill>
                <a:srgbClr val="FF0000"/>
              </a:solidFill>
              <a:latin typeface="Aptos" panose="020B00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FF0000"/>
                </a:solidFill>
                <a:latin typeface="Aptos" panose="020B0004020202020204" pitchFamily="34" charset="0"/>
              </a:rPr>
              <a:t>Smooth animations for city building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4000" dirty="0">
              <a:solidFill>
                <a:srgbClr val="FF0000"/>
              </a:solidFill>
              <a:latin typeface="Aptos" panose="020B00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FF0000"/>
                </a:solidFill>
                <a:latin typeface="Aptos" panose="020B0004020202020204" pitchFamily="34" charset="0"/>
              </a:rPr>
              <a:t>Secure offline data storage</a:t>
            </a:r>
            <a:endParaRPr lang="en-GB" sz="4000" dirty="0">
              <a:solidFill>
                <a:srgbClr val="FF0000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08596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5ACA8D-3DD9-4122-7CCB-BE5F4123B2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75" name="Title 1">
            <a:extLst>
              <a:ext uri="{FF2B5EF4-FFF2-40B4-BE49-F238E27FC236}">
                <a16:creationId xmlns:a16="http://schemas.microsoft.com/office/drawing/2014/main" id="{7F986E80-8E4F-CEAA-89D1-C186944B3E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511" y="609600"/>
            <a:ext cx="8598907" cy="1320800"/>
          </a:xfrm>
        </p:spPr>
        <p:txBody>
          <a:bodyPr/>
          <a:lstStyle/>
          <a:p>
            <a:r>
              <a:rPr lang="en-US" b="1" dirty="0">
                <a:solidFill>
                  <a:schemeClr val="accent2"/>
                </a:solidFill>
              </a:rPr>
              <a:t>Dashboard</a:t>
            </a:r>
          </a:p>
        </p:txBody>
      </p:sp>
    </p:spTree>
    <p:extLst>
      <p:ext uri="{BB962C8B-B14F-4D97-AF65-F5344CB8AC3E}">
        <p14:creationId xmlns:p14="http://schemas.microsoft.com/office/powerpoint/2010/main" val="25019405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19793D-BC00-DF09-3AC6-BF6A98A80C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75" name="Title 1">
            <a:extLst>
              <a:ext uri="{FF2B5EF4-FFF2-40B4-BE49-F238E27FC236}">
                <a16:creationId xmlns:a16="http://schemas.microsoft.com/office/drawing/2014/main" id="{EAE5265F-A5BF-BE06-9606-AF73E3E8EB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511" y="609600"/>
            <a:ext cx="8598907" cy="1320800"/>
          </a:xfrm>
        </p:spPr>
        <p:txBody>
          <a:bodyPr/>
          <a:lstStyle/>
          <a:p>
            <a:r>
              <a:rPr lang="en-US" b="1" dirty="0">
                <a:solidFill>
                  <a:schemeClr val="accent2"/>
                </a:solidFill>
              </a:rPr>
              <a:t>Session logging</a:t>
            </a:r>
          </a:p>
        </p:txBody>
      </p:sp>
      <p:pic>
        <p:nvPicPr>
          <p:cNvPr id="4" name="圖片 3" descr="一張含有 文字, 螢幕擷取畫面, 作業系統 的圖片&#10;&#10;AI 產生的內容可能不正確。">
            <a:extLst>
              <a:ext uri="{FF2B5EF4-FFF2-40B4-BE49-F238E27FC236}">
                <a16:creationId xmlns:a16="http://schemas.microsoft.com/office/drawing/2014/main" id="{3BF7E686-50AE-1BDF-CB5D-9601F0E1AF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120" y="1490785"/>
            <a:ext cx="7036544" cy="460893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5364116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12F395-2821-D6DE-59CA-D92EA6B243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151" y="284480"/>
            <a:ext cx="8598907" cy="711200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FF0000"/>
                </a:solidFill>
                <a:latin typeface="Aptos" panose="020B0004020202020204" pitchFamily="34" charset="0"/>
              </a:rPr>
              <a:t>Setting Page</a:t>
            </a:r>
            <a:endParaRPr lang="en-GB" b="1" dirty="0">
              <a:solidFill>
                <a:srgbClr val="FF0000"/>
              </a:solidFill>
              <a:latin typeface="Aptos" panose="020B0004020202020204" pitchFamily="34" charset="0"/>
            </a:endParaRPr>
          </a:p>
        </p:txBody>
      </p:sp>
      <p:pic>
        <p:nvPicPr>
          <p:cNvPr id="5" name="Picture 4" descr="A screenshot of a phone&#10;&#10;AI-generated content may be incorrect.">
            <a:extLst>
              <a:ext uri="{FF2B5EF4-FFF2-40B4-BE49-F238E27FC236}">
                <a16:creationId xmlns:a16="http://schemas.microsoft.com/office/drawing/2014/main" id="{76256F07-99B5-E66E-D1CA-68AC5F0F0F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8551" y="1249703"/>
            <a:ext cx="2502569" cy="542541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A236D68-8D1C-0E7B-E830-AC3B1B1D7C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4807" y="1249702"/>
            <a:ext cx="2414225" cy="5323817"/>
          </a:xfrm>
          <a:prstGeom prst="rect">
            <a:avLst/>
          </a:prstGeom>
        </p:spPr>
      </p:pic>
      <p:cxnSp>
        <p:nvCxnSpPr>
          <p:cNvPr id="6" name="Connector: Curved 5">
            <a:extLst>
              <a:ext uri="{FF2B5EF4-FFF2-40B4-BE49-F238E27FC236}">
                <a16:creationId xmlns:a16="http://schemas.microsoft.com/office/drawing/2014/main" id="{4CDA00E9-2DC0-F076-3340-5F4B6EF599DE}"/>
              </a:ext>
            </a:extLst>
          </p:cNvPr>
          <p:cNvCxnSpPr/>
          <p:nvPr/>
        </p:nvCxnSpPr>
        <p:spPr>
          <a:xfrm>
            <a:off x="3749040" y="2021840"/>
            <a:ext cx="2785767" cy="1270000"/>
          </a:xfrm>
          <a:prstGeom prst="curvedConnector3">
            <a:avLst/>
          </a:prstGeom>
          <a:ln w="19050" cap="flat" cmpd="sng" algn="ctr">
            <a:solidFill>
              <a:schemeClr val="accent5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605917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矩形 2"/>
          <p:cNvSpPr>
            <a:spLocks noGrp="1" noChangeArrowheads="1"/>
          </p:cNvSpPr>
          <p:nvPr>
            <p:ph type="title"/>
          </p:nvPr>
        </p:nvSpPr>
        <p:spPr>
          <a:xfrm>
            <a:off x="677511" y="2475781"/>
            <a:ext cx="8598907" cy="1301170"/>
          </a:xfrm>
        </p:spPr>
        <p:txBody>
          <a:bodyPr>
            <a:normAutofit fontScale="90000"/>
          </a:bodyPr>
          <a:lstStyle/>
          <a:p>
            <a:r>
              <a:rPr lang="en-US" altLang="zh-TW" sz="8000" dirty="0">
                <a:solidFill>
                  <a:schemeClr val="accent2"/>
                </a:solidFill>
              </a:rPr>
              <a:t>Q&amp;A</a:t>
            </a:r>
            <a:endParaRPr lang="zh-TW" sz="8000" dirty="0">
              <a:solidFill>
                <a:schemeClr val="accent2"/>
              </a:solidFill>
            </a:endParaRPr>
          </a:p>
        </p:txBody>
      </p:sp>
      <p:sp>
        <p:nvSpPr>
          <p:cNvPr id="10" name="文字版面配置區 9"/>
          <p:cNvSpPr>
            <a:spLocks noGrp="1"/>
          </p:cNvSpPr>
          <p:nvPr>
            <p:ph type="body" idx="1"/>
          </p:nvPr>
        </p:nvSpPr>
        <p:spPr>
          <a:xfrm>
            <a:off x="737897" y="3854587"/>
            <a:ext cx="8598907" cy="860400"/>
          </a:xfrm>
        </p:spPr>
        <p:txBody>
          <a:bodyPr/>
          <a:lstStyle/>
          <a:p>
            <a:r>
              <a:rPr lang="en-US" altLang="zh-TW" dirty="0">
                <a:solidFill>
                  <a:schemeClr val="accent1"/>
                </a:solidFill>
              </a:rPr>
              <a:t>Thank You</a:t>
            </a:r>
            <a:endParaRPr lang="zh-TW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23774213"/>
      </p:ext>
    </p:extLst>
  </p:cSld>
  <p:clrMapOvr>
    <a:masterClrMapping/>
  </p:clrMapOvr>
</p:sld>
</file>

<file path=ppt/theme/theme1.xml><?xml version="1.0" encoding="utf-8"?>
<a:theme xmlns:a="http://schemas.openxmlformats.org/drawingml/2006/main" name="多面向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Microsoft JhengHei UI">
      <a:majorFont>
        <a:latin typeface="Microsoft JhengHei UI"/>
        <a:ea typeface="Microsoft JhengHei UI"/>
        <a:cs typeface=""/>
      </a:majorFont>
      <a:minorFont>
        <a:latin typeface="Microsoft JhengHei UI"/>
        <a:ea typeface="Microsoft JhengHei UI"/>
        <a:cs typeface="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lesStrategy_FacetGreenTheme_16x9_TP103418064" id="{F603BFB1-11DF-4227-8F78-DFB6E6A3794F}" vid="{ACF71F8F-BA3C-4B03-BE54-5A5BE7D31FBE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APDescription xmlns="c66daf58-3c46-4c48-8560-c485e881f7f9" xsi:nil="true"/>
    <AssetExpire xmlns="c66daf58-3c46-4c48-8560-c485e881f7f9">2029-01-01T08:00:00+00:00</AssetExpire>
    <CampaignTagsTaxHTField0 xmlns="c66daf58-3c46-4c48-8560-c485e881f7f9">
      <Terms xmlns="http://schemas.microsoft.com/office/infopath/2007/PartnerControls"/>
    </CampaignTagsTaxHTField0>
    <IntlLangReviewDate xmlns="c66daf58-3c46-4c48-8560-c485e881f7f9" xsi:nil="true"/>
    <TPFriendlyName xmlns="c66daf58-3c46-4c48-8560-c485e881f7f9" xsi:nil="true"/>
    <IntlLangReview xmlns="c66daf58-3c46-4c48-8560-c485e881f7f9">false</IntlLangReview>
    <LocLastLocAttemptVersionLookup xmlns="c66daf58-3c46-4c48-8560-c485e881f7f9">854457</LocLastLocAttemptVersionLookup>
    <PolicheckWords xmlns="c66daf58-3c46-4c48-8560-c485e881f7f9" xsi:nil="true"/>
    <SubmitterId xmlns="c66daf58-3c46-4c48-8560-c485e881f7f9" xsi:nil="true"/>
    <AcquiredFrom xmlns="c66daf58-3c46-4c48-8560-c485e881f7f9">Internal MS</AcquiredFrom>
    <EditorialStatus xmlns="c66daf58-3c46-4c48-8560-c485e881f7f9">Complete</EditorialStatus>
    <Markets xmlns="c66daf58-3c46-4c48-8560-c485e881f7f9"/>
    <OriginAsset xmlns="c66daf58-3c46-4c48-8560-c485e881f7f9" xsi:nil="true"/>
    <AssetStart xmlns="c66daf58-3c46-4c48-8560-c485e881f7f9">2012-08-29T22:50:00+00:00</AssetStart>
    <FriendlyTitle xmlns="c66daf58-3c46-4c48-8560-c485e881f7f9" xsi:nil="true"/>
    <MarketSpecific xmlns="c66daf58-3c46-4c48-8560-c485e881f7f9">false</MarketSpecific>
    <TPNamespace xmlns="c66daf58-3c46-4c48-8560-c485e881f7f9" xsi:nil="true"/>
    <PublishStatusLookup xmlns="c66daf58-3c46-4c48-8560-c485e881f7f9">
      <Value>491381</Value>
    </PublishStatusLookup>
    <APAuthor xmlns="c66daf58-3c46-4c48-8560-c485e881f7f9">
      <UserInfo>
        <DisplayName>REDMOND\kristaa</DisplayName>
        <AccountId>136</AccountId>
        <AccountType/>
      </UserInfo>
    </APAuthor>
    <TPCommandLine xmlns="c66daf58-3c46-4c48-8560-c485e881f7f9" xsi:nil="true"/>
    <IntlLangReviewer xmlns="c66daf58-3c46-4c48-8560-c485e881f7f9" xsi:nil="true"/>
    <OpenTemplate xmlns="c66daf58-3c46-4c48-8560-c485e881f7f9">true</OpenTemplate>
    <CSXSubmissionDate xmlns="c66daf58-3c46-4c48-8560-c485e881f7f9" xsi:nil="true"/>
    <TaxCatchAll xmlns="c66daf58-3c46-4c48-8560-c485e881f7f9"/>
    <Manager xmlns="c66daf58-3c46-4c48-8560-c485e881f7f9" xsi:nil="true"/>
    <NumericId xmlns="c66daf58-3c46-4c48-8560-c485e881f7f9" xsi:nil="true"/>
    <ParentAssetId xmlns="c66daf58-3c46-4c48-8560-c485e881f7f9" xsi:nil="true"/>
    <OriginalSourceMarket xmlns="c66daf58-3c46-4c48-8560-c485e881f7f9">english</OriginalSourceMarket>
    <ApprovalStatus xmlns="c66daf58-3c46-4c48-8560-c485e881f7f9">InProgress</ApprovalStatus>
    <TPComponent xmlns="c66daf58-3c46-4c48-8560-c485e881f7f9" xsi:nil="true"/>
    <EditorialTags xmlns="c66daf58-3c46-4c48-8560-c485e881f7f9" xsi:nil="true"/>
    <TPExecutable xmlns="c66daf58-3c46-4c48-8560-c485e881f7f9" xsi:nil="true"/>
    <TPLaunchHelpLink xmlns="c66daf58-3c46-4c48-8560-c485e881f7f9" xsi:nil="true"/>
    <LocComments xmlns="c66daf58-3c46-4c48-8560-c485e881f7f9" xsi:nil="true"/>
    <LocRecommendedHandoff xmlns="c66daf58-3c46-4c48-8560-c485e881f7f9" xsi:nil="true"/>
    <SourceTitle xmlns="c66daf58-3c46-4c48-8560-c485e881f7f9" xsi:nil="true"/>
    <CSXUpdate xmlns="c66daf58-3c46-4c48-8560-c485e881f7f9">false</CSXUpdate>
    <IntlLocPriority xmlns="c66daf58-3c46-4c48-8560-c485e881f7f9" xsi:nil="true"/>
    <UAProjectedTotalWords xmlns="c66daf58-3c46-4c48-8560-c485e881f7f9" xsi:nil="true"/>
    <AssetType xmlns="c66daf58-3c46-4c48-8560-c485e881f7f9">TP</AssetType>
    <MachineTranslated xmlns="c66daf58-3c46-4c48-8560-c485e881f7f9">false</MachineTranslated>
    <OutputCachingOn xmlns="c66daf58-3c46-4c48-8560-c485e881f7f9">false</OutputCachingOn>
    <TemplateStatus xmlns="c66daf58-3c46-4c48-8560-c485e881f7f9">Complete</TemplateStatus>
    <IsSearchable xmlns="c66daf58-3c46-4c48-8560-c485e881f7f9">true</IsSearchable>
    <ContentItem xmlns="c66daf58-3c46-4c48-8560-c485e881f7f9" xsi:nil="true"/>
    <HandoffToMSDN xmlns="c66daf58-3c46-4c48-8560-c485e881f7f9" xsi:nil="true"/>
    <ShowIn xmlns="c66daf58-3c46-4c48-8560-c485e881f7f9">Show everywhere</ShowIn>
    <ThumbnailAssetId xmlns="c66daf58-3c46-4c48-8560-c485e881f7f9" xsi:nil="true"/>
    <UALocComments xmlns="c66daf58-3c46-4c48-8560-c485e881f7f9" xsi:nil="true"/>
    <UALocRecommendation xmlns="c66daf58-3c46-4c48-8560-c485e881f7f9">Localize</UALocRecommendation>
    <LastModifiedDateTime xmlns="c66daf58-3c46-4c48-8560-c485e881f7f9" xsi:nil="true"/>
    <LegacyData xmlns="c66daf58-3c46-4c48-8560-c485e881f7f9" xsi:nil="true"/>
    <LocManualTestRequired xmlns="c66daf58-3c46-4c48-8560-c485e881f7f9">false</LocManualTestRequired>
    <LocMarketGroupTiers2 xmlns="c66daf58-3c46-4c48-8560-c485e881f7f9" xsi:nil="true"/>
    <ClipArtFilename xmlns="c66daf58-3c46-4c48-8560-c485e881f7f9" xsi:nil="true"/>
    <TPApplication xmlns="c66daf58-3c46-4c48-8560-c485e881f7f9" xsi:nil="true"/>
    <CSXHash xmlns="c66daf58-3c46-4c48-8560-c485e881f7f9" xsi:nil="true"/>
    <DirectSourceMarket xmlns="c66daf58-3c46-4c48-8560-c485e881f7f9">english</DirectSourceMarket>
    <PrimaryImageGen xmlns="c66daf58-3c46-4c48-8560-c485e881f7f9">true</PrimaryImageGen>
    <PlannedPubDate xmlns="c66daf58-3c46-4c48-8560-c485e881f7f9" xsi:nil="true"/>
    <CSXSubmissionMarket xmlns="c66daf58-3c46-4c48-8560-c485e881f7f9" xsi:nil="true"/>
    <Downloads xmlns="c66daf58-3c46-4c48-8560-c485e881f7f9">0</Downloads>
    <ArtSampleDocs xmlns="c66daf58-3c46-4c48-8560-c485e881f7f9" xsi:nil="true"/>
    <TrustLevel xmlns="c66daf58-3c46-4c48-8560-c485e881f7f9">1 Microsoft Managed Content</TrustLevel>
    <BlockPublish xmlns="c66daf58-3c46-4c48-8560-c485e881f7f9">false</BlockPublish>
    <TPLaunchHelpLinkType xmlns="c66daf58-3c46-4c48-8560-c485e881f7f9">Template</TPLaunchHelpLinkType>
    <LocalizationTagsTaxHTField0 xmlns="c66daf58-3c46-4c48-8560-c485e881f7f9">
      <Terms xmlns="http://schemas.microsoft.com/office/infopath/2007/PartnerControls"/>
    </LocalizationTagsTaxHTField0>
    <BusinessGroup xmlns="c66daf58-3c46-4c48-8560-c485e881f7f9" xsi:nil="true"/>
    <Providers xmlns="c66daf58-3c46-4c48-8560-c485e881f7f9" xsi:nil="true"/>
    <TemplateTemplateType xmlns="c66daf58-3c46-4c48-8560-c485e881f7f9">PowerPoint Presentation Template</TemplateTemplateType>
    <TimesCloned xmlns="c66daf58-3c46-4c48-8560-c485e881f7f9" xsi:nil="true"/>
    <TPAppVersion xmlns="c66daf58-3c46-4c48-8560-c485e881f7f9" xsi:nil="true"/>
    <VoteCount xmlns="c66daf58-3c46-4c48-8560-c485e881f7f9" xsi:nil="true"/>
    <AverageRating xmlns="c66daf58-3c46-4c48-8560-c485e881f7f9" xsi:nil="true"/>
    <FeatureTagsTaxHTField0 xmlns="c66daf58-3c46-4c48-8560-c485e881f7f9">
      <Terms xmlns="http://schemas.microsoft.com/office/infopath/2007/PartnerControls"/>
    </FeatureTagsTaxHTField0>
    <Provider xmlns="c66daf58-3c46-4c48-8560-c485e881f7f9" xsi:nil="true"/>
    <UACurrentWords xmlns="c66daf58-3c46-4c48-8560-c485e881f7f9" xsi:nil="true"/>
    <AssetId xmlns="c66daf58-3c46-4c48-8560-c485e881f7f9">TP103418064</AssetId>
    <TPClientViewer xmlns="c66daf58-3c46-4c48-8560-c485e881f7f9" xsi:nil="true"/>
    <DSATActionTaken xmlns="c66daf58-3c46-4c48-8560-c485e881f7f9" xsi:nil="true"/>
    <APEditor xmlns="c66daf58-3c46-4c48-8560-c485e881f7f9">
      <UserInfo>
        <DisplayName/>
        <AccountId xsi:nil="true"/>
        <AccountType/>
      </UserInfo>
    </APEditor>
    <TPInstallLocation xmlns="c66daf58-3c46-4c48-8560-c485e881f7f9" xsi:nil="true"/>
    <OOCacheId xmlns="c66daf58-3c46-4c48-8560-c485e881f7f9" xsi:nil="true"/>
    <IsDeleted xmlns="c66daf58-3c46-4c48-8560-c485e881f7f9">false</IsDeleted>
    <PublishTargets xmlns="c66daf58-3c46-4c48-8560-c485e881f7f9">OfficeOnlineVNext</PublishTargets>
    <ApprovalLog xmlns="c66daf58-3c46-4c48-8560-c485e881f7f9" xsi:nil="true"/>
    <BugNumber xmlns="c66daf58-3c46-4c48-8560-c485e881f7f9" xsi:nil="true"/>
    <CrawlForDependencies xmlns="c66daf58-3c46-4c48-8560-c485e881f7f9">false</CrawlForDependencies>
    <InternalTagsTaxHTField0 xmlns="c66daf58-3c46-4c48-8560-c485e881f7f9">
      <Terms xmlns="http://schemas.microsoft.com/office/infopath/2007/PartnerControls"/>
    </InternalTagsTaxHTField0>
    <LastHandOff xmlns="c66daf58-3c46-4c48-8560-c485e881f7f9" xsi:nil="true"/>
    <Milestone xmlns="c66daf58-3c46-4c48-8560-c485e881f7f9" xsi:nil="true"/>
    <OriginalRelease xmlns="c66daf58-3c46-4c48-8560-c485e881f7f9">15</OriginalRelease>
    <RecommendationsModifier xmlns="c66daf58-3c46-4c48-8560-c485e881f7f9" xsi:nil="true"/>
    <ScenarioTagsTaxHTField0 xmlns="c66daf58-3c46-4c48-8560-c485e881f7f9">
      <Terms xmlns="http://schemas.microsoft.com/office/infopath/2007/PartnerControls"/>
    </ScenarioTagsTaxHTField0>
    <UANotes xmlns="c66daf58-3c46-4c48-8560-c485e881f7f9" xsi:nil="true"/>
    <Component xmlns="8e8ea6d1-e150-4704-b47c-0a92d6aed386" xsi:nil="true"/>
    <Description0 xmlns="8e8ea6d1-e150-4704-b47c-0a92d6aed386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TemplateFile" ma:contentTypeID="0x0101009D4095AFEE790E42B52CF3AD35B999BF040086E71550AC00CE488731BAE03648ABFB" ma:contentTypeVersion="69" ma:contentTypeDescription="Create a new document." ma:contentTypeScope="" ma:versionID="19c8e0d4ec850202fc84bb6df7d27d5a">
  <xsd:schema xmlns:xsd="http://www.w3.org/2001/XMLSchema" xmlns:xs="http://www.w3.org/2001/XMLSchema" xmlns:p="http://schemas.microsoft.com/office/2006/metadata/properties" xmlns:ns2="c66daf58-3c46-4c48-8560-c485e881f7f9" xmlns:ns3="8e8ea6d1-e150-4704-b47c-0a92d6aed386" targetNamespace="http://schemas.microsoft.com/office/2006/metadata/properties" ma:root="true" ma:fieldsID="61474f05e94678c8e4bfc6326c72eb04" ns2:_="" ns3:_="">
    <xsd:import namespace="c66daf58-3c46-4c48-8560-c485e881f7f9"/>
    <xsd:import namespace="8e8ea6d1-e150-4704-b47c-0a92d6aed386"/>
    <xsd:element name="properties">
      <xsd:complexType>
        <xsd:sequence>
          <xsd:element name="documentManagement">
            <xsd:complexType>
              <xsd:all>
                <xsd:element ref="ns2:AcquiredFrom" minOccurs="0"/>
                <xsd:element ref="ns2:UACurrentWords" minOccurs="0"/>
                <xsd:element ref="ns2:TPApplication" minOccurs="0"/>
                <xsd:element ref="ns2:ApprovalLog" minOccurs="0"/>
                <xsd:element ref="ns2:ApprovalStatus" minOccurs="0"/>
                <xsd:element ref="ns2:AssetStart" minOccurs="0"/>
                <xsd:element ref="ns2:AssetExpire" minOccurs="0"/>
                <xsd:element ref="ns2:AssetId" minOccurs="0"/>
                <xsd:element ref="ns2:IsSearchable" minOccurs="0"/>
                <xsd:element ref="ns2:AssetType" minOccurs="0"/>
                <xsd:element ref="ns2:APAuthor" minOccurs="0"/>
                <xsd:element ref="ns2:AverageRating" minOccurs="0"/>
                <xsd:element ref="ns2:BlockPublish" minOccurs="0"/>
                <xsd:element ref="ns2:BugNumber" minOccurs="0"/>
                <xsd:element ref="ns2:CampaignTagsTaxHTField0" minOccurs="0"/>
                <xsd:element ref="ns2:TPClientViewer" minOccurs="0"/>
                <xsd:element ref="ns2:ClipArtFilename" minOccurs="0"/>
                <xsd:element ref="ns2:TPCommandLine" minOccurs="0"/>
                <xsd:element ref="ns2:TPComponent" minOccurs="0"/>
                <xsd:element ref="ns2:ContentItem" minOccurs="0"/>
                <xsd:element ref="ns2:CrawlForDependencies" minOccurs="0"/>
                <xsd:element ref="ns2:CSXHash" minOccurs="0"/>
                <xsd:element ref="ns2:CSXSubmissionMarket" minOccurs="0"/>
                <xsd:element ref="ns2:CSXUpdate" minOccurs="0"/>
                <xsd:element ref="ns2:IntlLangReviewDate" minOccurs="0"/>
                <xsd:element ref="ns2:IsDeleted" minOccurs="0"/>
                <xsd:element ref="ns2:APDescription" minOccurs="0"/>
                <xsd:element ref="ns2:DirectSourceMarket" minOccurs="0"/>
                <xsd:element ref="ns2:Downloads" minOccurs="0"/>
                <xsd:element ref="ns2:DSATActionTaken" minOccurs="0"/>
                <xsd:element ref="ns2:APEditor" minOccurs="0"/>
                <xsd:element ref="ns2:EditorialStatus" minOccurs="0"/>
                <xsd:element ref="ns2:EditorialTags" minOccurs="0"/>
                <xsd:element ref="ns2:TPExecutable" minOccurs="0"/>
                <xsd:element ref="ns2:FeatureTagsTaxHTField0" minOccurs="0"/>
                <xsd:element ref="ns2:TPFriendlyName" minOccurs="0"/>
                <xsd:element ref="ns2:FriendlyTitle" minOccurs="0"/>
                <xsd:element ref="ns2:PrimaryImageGen" minOccurs="0"/>
                <xsd:element ref="ns2:HandoffToMSDN" minOccurs="0"/>
                <xsd:element ref="ns2:InProjectListLookup" minOccurs="0"/>
                <xsd:element ref="ns2:TPInstallLocation" minOccurs="0"/>
                <xsd:element ref="ns2:InternalTagsTaxHTField0" minOccurs="0"/>
                <xsd:element ref="ns2:IntlLangReview" minOccurs="0"/>
                <xsd:element ref="ns2:IntlLangReviewer" minOccurs="0"/>
                <xsd:element ref="ns2:MarketSpecific" minOccurs="0"/>
                <xsd:element ref="ns2:LastCompleteVersionLookup" minOccurs="0"/>
                <xsd:element ref="ns2:LastHandOff" minOccurs="0"/>
                <xsd:element ref="ns2:LastModifiedDateTime" minOccurs="0"/>
                <xsd:element ref="ns2:LastPreviewErrorLookup" minOccurs="0"/>
                <xsd:element ref="ns2:LastPreviewResultLookup" minOccurs="0"/>
                <xsd:element ref="ns2:LastPreviewAttemptDateLookup" minOccurs="0"/>
                <xsd:element ref="ns2:LastPreviewedByLookup" minOccurs="0"/>
                <xsd:element ref="ns2:LastPreviewTimeLookup" minOccurs="0"/>
                <xsd:element ref="ns2:LastPreviewVersionLookup" minOccurs="0"/>
                <xsd:element ref="ns2:LastPublishErrorLookup" minOccurs="0"/>
                <xsd:element ref="ns2:LastPublishResultLookup" minOccurs="0"/>
                <xsd:element ref="ns2:LastPublishAttemptDateLookup" minOccurs="0"/>
                <xsd:element ref="ns2:LastPublishedByLookup" minOccurs="0"/>
                <xsd:element ref="ns2:LastPublishTimeLookup" minOccurs="0"/>
                <xsd:element ref="ns2:LastPublishVersionLookup" minOccurs="0"/>
                <xsd:element ref="ns2:TPLaunchHelpLinkType" minOccurs="0"/>
                <xsd:element ref="ns2:LegacyData" minOccurs="0"/>
                <xsd:element ref="ns2:TPLaunchHelpLink" minOccurs="0"/>
                <xsd:element ref="ns2:LocComments" minOccurs="0"/>
                <xsd:element ref="ns2:LocLastLocAttemptVersionLookup" minOccurs="0"/>
                <xsd:element ref="ns2:LocLastLocAttemptVersionTypeLookup" minOccurs="0"/>
                <xsd:element ref="ns2:LocManualTestRequired" minOccurs="0"/>
                <xsd:element ref="ns2:LocMarketGroupTiers2" minOccurs="0"/>
                <xsd:element ref="ns2:LocNewPublishedVersionLookup" minOccurs="0"/>
                <xsd:element ref="ns2:LocOverallHandbackStatusLookup" minOccurs="0"/>
                <xsd:element ref="ns2:LocOverallLocStatusLookup" minOccurs="0"/>
                <xsd:element ref="ns2:LocOverallPreviewStatusLookup" minOccurs="0"/>
                <xsd:element ref="ns2:LocOverallPublishStatusLookup" minOccurs="0"/>
                <xsd:element ref="ns2:IntlLocPriority" minOccurs="0"/>
                <xsd:element ref="ns2:LocProcessedForHandoffsLookup" minOccurs="0"/>
                <xsd:element ref="ns2:LocProcessedForMarketsLookup" minOccurs="0"/>
                <xsd:element ref="ns2:LocPublishedDependentAssetsLookup" minOccurs="0"/>
                <xsd:element ref="ns2:LocPublishedLinkedAssetsLookup" minOccurs="0"/>
                <xsd:element ref="ns2:LocRecommendedHandoff" minOccurs="0"/>
                <xsd:element ref="ns2:LocalizationTagsTaxHTField0" minOccurs="0"/>
                <xsd:element ref="ns2:MachineTranslated" minOccurs="0"/>
                <xsd:element ref="ns2:Manager" minOccurs="0"/>
                <xsd:element ref="ns2:Markets" minOccurs="0"/>
                <xsd:element ref="ns2:Milestone" minOccurs="0"/>
                <xsd:element ref="ns2:TPNamespace" minOccurs="0"/>
                <xsd:element ref="ns2:NumericId" minOccurs="0"/>
                <xsd:element ref="ns2:NumOfRatingsLookup" minOccurs="0"/>
                <xsd:element ref="ns2:OOCacheId" minOccurs="0"/>
                <xsd:element ref="ns2:OpenTemplate" minOccurs="0"/>
                <xsd:element ref="ns2:OriginAsset" minOccurs="0"/>
                <xsd:element ref="ns2:OriginalRelease" minOccurs="0"/>
                <xsd:element ref="ns2:OriginalSourceMarket" minOccurs="0"/>
                <xsd:element ref="ns2:OutputCachingOn" minOccurs="0"/>
                <xsd:element ref="ns2:ParentAssetId" minOccurs="0"/>
                <xsd:element ref="ns2:PlannedPubDate" minOccurs="0"/>
                <xsd:element ref="ns2:PolicheckWords" minOccurs="0"/>
                <xsd:element ref="ns2:BusinessGroup" minOccurs="0"/>
                <xsd:element ref="ns2:UAProjectedTotalWords" minOccurs="0"/>
                <xsd:element ref="ns2:Provider" minOccurs="0"/>
                <xsd:element ref="ns2:Providers" minOccurs="0"/>
                <xsd:element ref="ns2:PublishStatusLookup" minOccurs="0"/>
                <xsd:element ref="ns2:PublishTargets" minOccurs="0"/>
                <xsd:element ref="ns2:RecommendationsModifier" minOccurs="0"/>
                <xsd:element ref="ns2:ArtSampleDocs" minOccurs="0"/>
                <xsd:element ref="ns2:ScenarioTagsTaxHTField0" minOccurs="0"/>
                <xsd:element ref="ns2:ShowIn" minOccurs="0"/>
                <xsd:element ref="ns2:SourceTitle" minOccurs="0"/>
                <xsd:element ref="ns2:CSXSubmissionDate" minOccurs="0"/>
                <xsd:element ref="ns2:SubmitterId" minOccurs="0"/>
                <xsd:element ref="ns2:TaxCatchAll" minOccurs="0"/>
                <xsd:element ref="ns2:TaxCatchAllLabel" minOccurs="0"/>
                <xsd:element ref="ns2:TemplateStatus" minOccurs="0"/>
                <xsd:element ref="ns2:TemplateTemplateType" minOccurs="0"/>
                <xsd:element ref="ns2:ThumbnailAssetId" minOccurs="0"/>
                <xsd:element ref="ns2:TimesCloned" minOccurs="0"/>
                <xsd:element ref="ns2:TrustLevel" minOccurs="0"/>
                <xsd:element ref="ns2:UALocComments" minOccurs="0"/>
                <xsd:element ref="ns2:UALocRecommendation" minOccurs="0"/>
                <xsd:element ref="ns2:UANotes" minOccurs="0"/>
                <xsd:element ref="ns2:TPAppVersion" minOccurs="0"/>
                <xsd:element ref="ns2:VoteCount" minOccurs="0"/>
                <xsd:element ref="ns3:Description0" minOccurs="0"/>
                <xsd:element ref="ns3:Compone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66daf58-3c46-4c48-8560-c485e881f7f9" elementFormDefault="qualified">
    <xsd:import namespace="http://schemas.microsoft.com/office/2006/documentManagement/types"/>
    <xsd:import namespace="http://schemas.microsoft.com/office/infopath/2007/PartnerControls"/>
    <xsd:element name="AcquiredFrom" ma:index="1" nillable="true" ma:displayName="Acquired From" ma:default="Internal MS" ma:internalName="AcquiredFrom" ma:readOnly="false">
      <xsd:simpleType>
        <xsd:restriction base="dms:Choice">
          <xsd:enumeration value="Internal MS"/>
          <xsd:enumeration value="Community"/>
          <xsd:enumeration value="MVP"/>
          <xsd:enumeration value="Publisher"/>
          <xsd:enumeration value="Partner"/>
          <xsd:enumeration value="None"/>
        </xsd:restriction>
      </xsd:simpleType>
    </xsd:element>
    <xsd:element name="UACurrentWords" ma:index="2" nillable="true" ma:displayName="Actual Word Count" ma:default="" ma:internalName="UACurrentWords" ma:readOnly="false">
      <xsd:simpleType>
        <xsd:restriction base="dms:Unknown"/>
      </xsd:simpleType>
    </xsd:element>
    <xsd:element name="TPApplication" ma:index="3" nillable="true" ma:displayName="Application to Open Template With" ma:default="" ma:internalName="TPApplication">
      <xsd:simpleType>
        <xsd:restriction base="dms:Text"/>
      </xsd:simpleType>
    </xsd:element>
    <xsd:element name="ApprovalLog" ma:index="4" nillable="true" ma:displayName="Approval Log" ma:default="" ma:hidden="true" ma:internalName="ApprovalLog" ma:readOnly="false">
      <xsd:simpleType>
        <xsd:restriction base="dms:Note"/>
      </xsd:simpleType>
    </xsd:element>
    <xsd:element name="ApprovalStatus" ma:index="5" nillable="true" ma:displayName="Approval Status" ma:default="InProgress" ma:internalName="ApprovalStatus" ma:readOnly="false">
      <xsd:simpleType>
        <xsd:restriction base="dms:Choice">
          <xsd:enumeration value="InProgress"/>
          <xsd:enumeration value="Rejected"/>
          <xsd:enumeration value="Questionable"/>
          <xsd:enumeration value="ApprovedAutomatic"/>
          <xsd:enumeration value="ApprovedManual"/>
          <xsd:enumeration value="On Hold"/>
          <xsd:enumeration value="Needs Review"/>
          <xsd:enumeration value="A Violation"/>
          <xsd:enumeration value="Unpublished Violation"/>
        </xsd:restriction>
      </xsd:simpleType>
    </xsd:element>
    <xsd:element name="AssetStart" ma:index="6" nillable="true" ma:displayName="Asset Begin Date" ma:default="[Today]" ma:internalName="AssetStart" ma:readOnly="false">
      <xsd:simpleType>
        <xsd:restriction base="dms:DateTime"/>
      </xsd:simpleType>
    </xsd:element>
    <xsd:element name="AssetExpire" ma:index="7" nillable="true" ma:displayName="Asset End Date" ma:default="2029-01-01T00:00:00Z" ma:internalName="AssetExpire" ma:readOnly="false">
      <xsd:simpleType>
        <xsd:restriction base="dms:DateTime"/>
      </xsd:simpleType>
    </xsd:element>
    <xsd:element name="AssetId" ma:index="8" nillable="true" ma:displayName="Asset ID" ma:default="" ma:indexed="true" ma:internalName="AssetId" ma:readOnly="false">
      <xsd:simpleType>
        <xsd:restriction base="dms:Text">
          <xsd:maxLength value="255"/>
        </xsd:restriction>
      </xsd:simpleType>
    </xsd:element>
    <xsd:element name="IsSearchable" ma:index="9" nillable="true" ma:displayName="Asset Searchable?" ma:default="true" ma:internalName="IsSearchable" ma:readOnly="false">
      <xsd:simpleType>
        <xsd:restriction base="dms:Boolean"/>
      </xsd:simpleType>
    </xsd:element>
    <xsd:element name="AssetType" ma:index="10" nillable="true" ma:displayName="Asset Type" ma:default="" ma:internalName="AssetType" ma:readOnly="false">
      <xsd:simpleType>
        <xsd:restriction base="dms:Unknown"/>
      </xsd:simpleType>
    </xsd:element>
    <xsd:element name="APAuthor" ma:index="11" nillable="true" ma:displayName="Author" ma:default="" ma:list="UserInfo" ma:internalName="APAuth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AverageRating" ma:index="12" nillable="true" ma:displayName="Average Rating" ma:internalName="AverageRating" ma:readOnly="false">
      <xsd:simpleType>
        <xsd:restriction base="dms:Text"/>
      </xsd:simpleType>
    </xsd:element>
    <xsd:element name="BlockPublish" ma:index="13" nillable="true" ma:displayName="Block from Publishing?" ma:default="" ma:internalName="BlockPublish" ma:readOnly="false">
      <xsd:simpleType>
        <xsd:restriction base="dms:Boolean"/>
      </xsd:simpleType>
    </xsd:element>
    <xsd:element name="BugNumber" ma:index="14" nillable="true" ma:displayName="Bug Number" ma:default="" ma:internalName="BugNumber" ma:readOnly="false">
      <xsd:simpleType>
        <xsd:restriction base="dms:Text"/>
      </xsd:simpleType>
    </xsd:element>
    <xsd:element name="CampaignTagsTaxHTField0" ma:index="16" nillable="true" ma:taxonomy="true" ma:internalName="CampaignTagsTaxHTField0" ma:taxonomyFieldName="CampaignTags" ma:displayName="Campaigns" ma:readOnly="false" ma:default="" ma:fieldId="{7395a81f-9577-418e-910a-32f7a61cddb7}" ma:taxonomyMulti="true" ma:sspId="8f79753a-75d3-41f5-8ca3-40b843941b4f" ma:termSetId="ca0e50d4-faa1-44ce-961e-bb1441c60e6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ClientViewer" ma:index="17" nillable="true" ma:displayName="Client Viewer" ma:default="" ma:internalName="TPClientViewer">
      <xsd:simpleType>
        <xsd:restriction base="dms:Text"/>
      </xsd:simpleType>
    </xsd:element>
    <xsd:element name="ClipArtFilename" ma:index="18" nillable="true" ma:displayName="Clip Art Name" ma:default="" ma:internalName="ClipArtFilename" ma:readOnly="false">
      <xsd:simpleType>
        <xsd:restriction base="dms:Text"/>
      </xsd:simpleType>
    </xsd:element>
    <xsd:element name="TPCommandLine" ma:index="19" nillable="true" ma:displayName="Command Line" ma:default="" ma:internalName="TPCommandLine">
      <xsd:simpleType>
        <xsd:restriction base="dms:Text"/>
      </xsd:simpleType>
    </xsd:element>
    <xsd:element name="TPComponent" ma:index="20" nillable="true" ma:displayName="Component" ma:default="" ma:internalName="TPComponent">
      <xsd:simpleType>
        <xsd:restriction base="dms:Text"/>
      </xsd:simpleType>
    </xsd:element>
    <xsd:element name="ContentItem" ma:index="21" nillable="true" ma:displayName="Content Item" ma:default="" ma:hidden="true" ma:internalName="ContentItem" ma:readOnly="false">
      <xsd:simpleType>
        <xsd:restriction base="dms:Unknown"/>
      </xsd:simpleType>
    </xsd:element>
    <xsd:element name="CrawlForDependencies" ma:index="23" nillable="true" ma:displayName="Crawl for Dependencies?" ma:default="true" ma:internalName="CrawlForDependencies" ma:readOnly="false">
      <xsd:simpleType>
        <xsd:restriction base="dms:Boolean"/>
      </xsd:simpleType>
    </xsd:element>
    <xsd:element name="CSXHash" ma:index="26" nillable="true" ma:displayName="CSX Hash" ma:default="" ma:indexed="true" ma:internalName="CSXHash" ma:readOnly="false">
      <xsd:simpleType>
        <xsd:restriction base="dms:Text"/>
      </xsd:simpleType>
    </xsd:element>
    <xsd:element name="CSXSubmissionMarket" ma:index="27" nillable="true" ma:displayName="CSX Submission Market" ma:default="" ma:list="{5EEE958E-8061-4FA6-908C-FF1913BBCE99}" ma:internalName="CSXSubmissionMarket" ma:readOnly="false" ma:showField="MarketName" ma:web="c66daf58-3c46-4c48-8560-c485e881f7f9">
      <xsd:simpleType>
        <xsd:restriction base="dms:Lookup"/>
      </xsd:simpleType>
    </xsd:element>
    <xsd:element name="CSXUpdate" ma:index="28" nillable="true" ma:displayName="CSX Updated?" ma:default="false" ma:internalName="CSXUpdate" ma:readOnly="false">
      <xsd:simpleType>
        <xsd:restriction base="dms:Boolean"/>
      </xsd:simpleType>
    </xsd:element>
    <xsd:element name="IntlLangReviewDate" ma:index="29" nillable="true" ma:displayName="Date to Complete Intl QA" ma:default="" ma:internalName="IntlLangReviewDate" ma:readOnly="false">
      <xsd:simpleType>
        <xsd:restriction base="dms:DateTime"/>
      </xsd:simpleType>
    </xsd:element>
    <xsd:element name="IsDeleted" ma:index="30" nillable="true" ma:displayName="Deleted?" ma:default="" ma:internalName="IsDeleted" ma:readOnly="false">
      <xsd:simpleType>
        <xsd:restriction base="dms:Boolean"/>
      </xsd:simpleType>
    </xsd:element>
    <xsd:element name="APDescription" ma:index="31" nillable="true" ma:displayName="Description" ma:default="" ma:internalName="APDescription" ma:readOnly="false">
      <xsd:simpleType>
        <xsd:restriction base="dms:Note"/>
      </xsd:simpleType>
    </xsd:element>
    <xsd:element name="DirectSourceMarket" ma:index="32" nillable="true" ma:displayName="Direct Source Market Group" ma:default="" ma:internalName="DirectSourceMarket" ma:readOnly="false">
      <xsd:simpleType>
        <xsd:restriction base="dms:Text"/>
      </xsd:simpleType>
    </xsd:element>
    <xsd:element name="Downloads" ma:index="33" nillable="true" ma:displayName="Downloads" ma:default="0" ma:hidden="true" ma:internalName="Downloads" ma:readOnly="false">
      <xsd:simpleType>
        <xsd:restriction base="dms:Unknown"/>
      </xsd:simpleType>
    </xsd:element>
    <xsd:element name="DSATActionTaken" ma:index="34" nillable="true" ma:displayName="DSAT Action Taken" ma:default="" ma:internalName="DSATActionTaken" ma:readOnly="false">
      <xsd:simpleType>
        <xsd:restriction base="dms:Choice">
          <xsd:enumeration value="Best Bets"/>
          <xsd:enumeration value="Expire"/>
          <xsd:enumeration value="Hide"/>
          <xsd:enumeration value="None"/>
        </xsd:restriction>
      </xsd:simpleType>
    </xsd:element>
    <xsd:element name="APEditor" ma:index="35" nillable="true" ma:displayName="Editor" ma:default="" ma:list="UserInfo" ma:internalName="APEdit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ditorialStatus" ma:index="36" nillable="true" ma:displayName="Editorial Status" ma:default="" ma:internalName="EditorialStatus" ma:readOnly="false">
      <xsd:simpleType>
        <xsd:restriction base="dms:Unknown"/>
      </xsd:simpleType>
    </xsd:element>
    <xsd:element name="EditorialTags" ma:index="37" nillable="true" ma:displayName="Editorial Tags" ma:default="" ma:internalName="EditorialTags">
      <xsd:simpleType>
        <xsd:restriction base="dms:Unknown"/>
      </xsd:simpleType>
    </xsd:element>
    <xsd:element name="TPExecutable" ma:index="38" nillable="true" ma:displayName="Executable" ma:default="" ma:internalName="TPExecutable">
      <xsd:simpleType>
        <xsd:restriction base="dms:Text"/>
      </xsd:simpleType>
    </xsd:element>
    <xsd:element name="FeatureTagsTaxHTField0" ma:index="40" nillable="true" ma:taxonomy="true" ma:internalName="FeatureTagsTaxHTField0" ma:taxonomyFieldName="FeatureTags" ma:displayName="Features" ma:readOnly="false" ma:default="" ma:fieldId="{c3aa597f-d352-4d18-b6bb-dd7b199309e2}" ma:taxonomyMulti="true" ma:sspId="8f79753a-75d3-41f5-8ca3-40b843941b4f" ma:termSetId="f1ab6845-967d-4854-a0ba-4ec07f0f811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FriendlyName" ma:index="41" nillable="true" ma:displayName="Friendly Name" ma:default="" ma:internalName="TPFriendlyName">
      <xsd:simpleType>
        <xsd:restriction base="dms:Text"/>
      </xsd:simpleType>
    </xsd:element>
    <xsd:element name="FriendlyTitle" ma:index="42" nillable="true" ma:displayName="Friendly Title" ma:default="" ma:description="Shorter title to be used when displaying search results" ma:internalName="FriendlyTitle" ma:readOnly="false">
      <xsd:simpleType>
        <xsd:restriction base="dms:Text"/>
      </xsd:simpleType>
    </xsd:element>
    <xsd:element name="PrimaryImageGen" ma:index="43" nillable="true" ma:displayName="Generate Images?" ma:default="true" ma:internalName="PrimaryImageGen">
      <xsd:simpleType>
        <xsd:restriction base="dms:Boolean"/>
      </xsd:simpleType>
    </xsd:element>
    <xsd:element name="HandoffToMSDN" ma:index="44" nillable="true" ma:displayName="Handoff To MSDN Date" ma:default="" ma:internalName="HandoffToMSDN" ma:readOnly="false">
      <xsd:simpleType>
        <xsd:restriction base="dms:DateTime"/>
      </xsd:simpleType>
    </xsd:element>
    <xsd:element name="InProjectListLookup" ma:index="45" nillable="true" ma:displayName="InProjectListLookup" ma:list="{4424DF09-D473-47CB-8F99-CE4C88C30A56}" ma:internalName="InProjectListLookup" ma:readOnly="true" ma:showField="InProjectList" ma:web="c66daf58-3c46-4c48-8560-c485e881f7f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InstallLocation" ma:index="46" nillable="true" ma:displayName="Install Location" ma:default="" ma:internalName="TPInstallLocation">
      <xsd:simpleType>
        <xsd:restriction base="dms:Text"/>
      </xsd:simpleType>
    </xsd:element>
    <xsd:element name="InternalTagsTaxHTField0" ma:index="48" nillable="true" ma:taxonomy="true" ma:internalName="InternalTagsTaxHTField0" ma:taxonomyFieldName="InternalTags" ma:displayName="Internal Tags" ma:readOnly="false" ma:default="" ma:fieldId="{c392861a-3365-44e0-a108-b907e1530f9f}" ma:taxonomyMulti="true" ma:sspId="8f79753a-75d3-41f5-8ca3-40b843941b4f" ma:termSetId="82b6639e-f7fc-4c18-ad2d-003a6e70776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ntlLangReview" ma:index="49" nillable="true" ma:displayName="Intl Lang QA Review Required?" ma:default="" ma:internalName="IntlLangReview" ma:readOnly="false">
      <xsd:simpleType>
        <xsd:restriction base="dms:Boolean"/>
      </xsd:simpleType>
    </xsd:element>
    <xsd:element name="IntlLangReviewer" ma:index="50" nillable="true" ma:displayName="Intl Lang QA Reviewer" ma:default="" ma:internalName="IntlLangReviewer" ma:readOnly="false">
      <xsd:simpleType>
        <xsd:restriction base="dms:Text"/>
      </xsd:simpleType>
    </xsd:element>
    <xsd:element name="MarketSpecific" ma:index="51" nillable="true" ma:displayName="Is Market Specific?" ma:default="" ma:internalName="MarketSpecific" ma:readOnly="false">
      <xsd:simpleType>
        <xsd:restriction base="dms:Boolean"/>
      </xsd:simpleType>
    </xsd:element>
    <xsd:element name="LastCompleteVersionLookup" ma:index="52" nillable="true" ma:displayName="Last Complete Version Lookup" ma:default="" ma:list="{4424DF09-D473-47CB-8F99-CE4C88C30A56}" ma:internalName="LastCompleteVersionLookup" ma:readOnly="true" ma:showField="LastCompleteVersion" ma:web="c66daf58-3c46-4c48-8560-c485e881f7f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HandOff" ma:index="53" nillable="true" ma:displayName="Last Hand-off" ma:default="" ma:internalName="LastHandOff" ma:readOnly="false">
      <xsd:simpleType>
        <xsd:restriction base="dms:DateTime"/>
      </xsd:simpleType>
    </xsd:element>
    <xsd:element name="LastModifiedDateTime" ma:index="54" nillable="true" ma:displayName="Last Modified Date" ma:default="" ma:internalName="LastModifiedDateTime" ma:readOnly="false">
      <xsd:simpleType>
        <xsd:restriction base="dms:DateTime"/>
      </xsd:simpleType>
    </xsd:element>
    <xsd:element name="LastPreviewErrorLookup" ma:index="55" nillable="true" ma:displayName="Last Preview Attempt Error" ma:default="" ma:list="{4424DF09-D473-47CB-8F99-CE4C88C30A56}" ma:internalName="LastPreviewErrorLookup" ma:readOnly="true" ma:showField="LastPreviewError" ma:web="c66daf58-3c46-4c48-8560-c485e881f7f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ResultLookup" ma:index="56" nillable="true" ma:displayName="Last Preview Attempt Result" ma:default="" ma:list="{4424DF09-D473-47CB-8F99-CE4C88C30A56}" ma:internalName="LastPreviewResultLookup" ma:readOnly="true" ma:showField="LastPreviewResult" ma:web="c66daf58-3c46-4c48-8560-c485e881f7f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AttemptDateLookup" ma:index="57" nillable="true" ma:displayName="Last Preview Attempted On" ma:default="" ma:list="{4424DF09-D473-47CB-8F99-CE4C88C30A56}" ma:internalName="LastPreviewAttemptDateLookup" ma:readOnly="true" ma:showField="LastPreviewAttemptDate" ma:web="c66daf58-3c46-4c48-8560-c485e881f7f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edByLookup" ma:index="58" nillable="true" ma:displayName="Last Previewed By" ma:default="" ma:list="{4424DF09-D473-47CB-8F99-CE4C88C30A56}" ma:internalName="LastPreviewedByLookup" ma:readOnly="true" ma:showField="LastPreviewedBy" ma:web="c66daf58-3c46-4c48-8560-c485e881f7f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TimeLookup" ma:index="59" nillable="true" ma:displayName="Last Previewed Date" ma:default="" ma:list="{4424DF09-D473-47CB-8F99-CE4C88C30A56}" ma:internalName="LastPreviewTimeLookup" ma:readOnly="true" ma:showField="LastPreviewTime" ma:web="c66daf58-3c46-4c48-8560-c485e881f7f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VersionLookup" ma:index="60" nillable="true" ma:displayName="Last Previewed Version" ma:default="" ma:list="{4424DF09-D473-47CB-8F99-CE4C88C30A56}" ma:internalName="LastPreviewVersionLookup" ma:readOnly="true" ma:showField="LastPreviewVersion" ma:web="c66daf58-3c46-4c48-8560-c485e881f7f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rrorLookup" ma:index="61" nillable="true" ma:displayName="Last Publish Attempt Error" ma:default="" ma:list="{4424DF09-D473-47CB-8F99-CE4C88C30A56}" ma:internalName="LastPublishErrorLookup" ma:readOnly="true" ma:showField="LastPublishError" ma:web="c66daf58-3c46-4c48-8560-c485e881f7f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ResultLookup" ma:index="62" nillable="true" ma:displayName="Last Publish Attempt Result" ma:default="" ma:list="{4424DF09-D473-47CB-8F99-CE4C88C30A56}" ma:internalName="LastPublishResultLookup" ma:readOnly="true" ma:showField="LastPublishResult" ma:web="c66daf58-3c46-4c48-8560-c485e881f7f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AttemptDateLookup" ma:index="63" nillable="true" ma:displayName="Last Publish Attempted On" ma:default="" ma:list="{4424DF09-D473-47CB-8F99-CE4C88C30A56}" ma:internalName="LastPublishAttemptDateLookup" ma:readOnly="true" ma:showField="LastPublishAttemptDate" ma:web="c66daf58-3c46-4c48-8560-c485e881f7f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dByLookup" ma:index="64" nillable="true" ma:displayName="Last Published By" ma:default="" ma:list="{4424DF09-D473-47CB-8F99-CE4C88C30A56}" ma:internalName="LastPublishedByLookup" ma:readOnly="true" ma:showField="LastPublishedBy" ma:web="c66daf58-3c46-4c48-8560-c485e881f7f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TimeLookup" ma:index="65" nillable="true" ma:displayName="Last Published Date" ma:default="" ma:list="{4424DF09-D473-47CB-8F99-CE4C88C30A56}" ma:internalName="LastPublishTimeLookup" ma:readOnly="true" ma:showField="LastPublishTime" ma:web="c66daf58-3c46-4c48-8560-c485e881f7f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VersionLookup" ma:index="66" nillable="true" ma:displayName="Last Published Version" ma:default="" ma:list="{4424DF09-D473-47CB-8F99-CE4C88C30A56}" ma:internalName="LastPublishVersionLookup" ma:readOnly="true" ma:showField="LastPublishVersion" ma:web="c66daf58-3c46-4c48-8560-c485e881f7f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LaunchHelpLinkType" ma:index="67" nillable="true" ma:displayName="Launch Help Link Type" ma:default="Template" ma:internalName="TPLaunchHelpLinkType">
      <xsd:simpleType>
        <xsd:restriction base="dms:Choice">
          <xsd:enumeration value="Template"/>
          <xsd:enumeration value="Training"/>
          <xsd:enumeration value="URL"/>
          <xsd:enumeration value="None"/>
        </xsd:restriction>
      </xsd:simpleType>
    </xsd:element>
    <xsd:element name="LegacyData" ma:index="68" nillable="true" ma:displayName="Legacy Data" ma:default="" ma:internalName="LegacyData" ma:readOnly="false">
      <xsd:simpleType>
        <xsd:restriction base="dms:Note"/>
      </xsd:simpleType>
    </xsd:element>
    <xsd:element name="TPLaunchHelpLink" ma:index="69" nillable="true" ma:displayName="Link to Launch Help Topic" ma:default="" ma:internalName="TPLaunchHelpLink">
      <xsd:simpleType>
        <xsd:restriction base="dms:Text"/>
      </xsd:simpleType>
    </xsd:element>
    <xsd:element name="LocComments" ma:index="70" nillable="true" ma:displayName="Loc Approval Comments" ma:default="" ma:internalName="LocComments" ma:readOnly="false">
      <xsd:simpleType>
        <xsd:restriction base="dms:Note"/>
      </xsd:simpleType>
    </xsd:element>
    <xsd:element name="LocLastLocAttemptVersionLookup" ma:index="71" nillable="true" ma:displayName="Loc Last Loc Attempt Version" ma:default="" ma:list="{B02123C9-D1B3-425D-A38A-7FDEACDA3FC6}" ma:internalName="LocLastLocAttemptVersionLookup" ma:readOnly="false" ma:showField="LastLocAttemptVersion" ma:web="c66daf58-3c46-4c48-8560-c485e881f7f9">
      <xsd:simpleType>
        <xsd:restriction base="dms:Lookup"/>
      </xsd:simpleType>
    </xsd:element>
    <xsd:element name="LocLastLocAttemptVersionTypeLookup" ma:index="72" nillable="true" ma:displayName="Loc Last Loc Attempt Version Type" ma:default="" ma:list="{B02123C9-D1B3-425D-A38A-7FDEACDA3FC6}" ma:internalName="LocLastLocAttemptVersionTypeLookup" ma:readOnly="true" ma:showField="LastLocAttemptVersionType" ma:web="c66daf58-3c46-4c48-8560-c485e881f7f9">
      <xsd:simpleType>
        <xsd:restriction base="dms:Lookup"/>
      </xsd:simpleType>
    </xsd:element>
    <xsd:element name="LocManualTestRequired" ma:index="73" nillable="true" ma:displayName="Loc Manual Test Required" ma:default="" ma:internalName="LocManualTestRequired" ma:readOnly="false">
      <xsd:simpleType>
        <xsd:restriction base="dms:Boolean"/>
      </xsd:simpleType>
    </xsd:element>
    <xsd:element name="LocMarketGroupTiers2" ma:index="74" nillable="true" ma:displayName="Loc Market Group Tiers" ma:internalName="LocMarketGroupTiers2" ma:readOnly="false">
      <xsd:simpleType>
        <xsd:restriction base="dms:Unknown"/>
      </xsd:simpleType>
    </xsd:element>
    <xsd:element name="LocNewPublishedVersionLookup" ma:index="75" nillable="true" ma:displayName="Loc New Published Version Lookup" ma:default="" ma:list="{B02123C9-D1B3-425D-A38A-7FDEACDA3FC6}" ma:internalName="LocNewPublishedVersionLookup" ma:readOnly="true" ma:showField="NewPublishedVersion" ma:web="c66daf58-3c46-4c48-8560-c485e881f7f9">
      <xsd:simpleType>
        <xsd:restriction base="dms:Lookup"/>
      </xsd:simpleType>
    </xsd:element>
    <xsd:element name="LocOverallHandbackStatusLookup" ma:index="76" nillable="true" ma:displayName="Loc Overall Handback Status" ma:default="" ma:list="{B02123C9-D1B3-425D-A38A-7FDEACDA3FC6}" ma:internalName="LocOverallHandbackStatusLookup" ma:readOnly="true" ma:showField="OverallHandbackStatus" ma:web="c66daf58-3c46-4c48-8560-c485e881f7f9">
      <xsd:simpleType>
        <xsd:restriction base="dms:Lookup"/>
      </xsd:simpleType>
    </xsd:element>
    <xsd:element name="LocOverallLocStatusLookup" ma:index="77" nillable="true" ma:displayName="Loc Overall Localize Status" ma:default="" ma:list="{B02123C9-D1B3-425D-A38A-7FDEACDA3FC6}" ma:internalName="LocOverallLocStatusLookup" ma:readOnly="true" ma:showField="OverallLocStatus" ma:web="c66daf58-3c46-4c48-8560-c485e881f7f9">
      <xsd:simpleType>
        <xsd:restriction base="dms:Lookup"/>
      </xsd:simpleType>
    </xsd:element>
    <xsd:element name="LocOverallPreviewStatusLookup" ma:index="78" nillable="true" ma:displayName="Loc Overall Preview Status" ma:default="" ma:list="{B02123C9-D1B3-425D-A38A-7FDEACDA3FC6}" ma:internalName="LocOverallPreviewStatusLookup" ma:readOnly="true" ma:showField="OverallPreviewStatus" ma:web="c66daf58-3c46-4c48-8560-c485e881f7f9">
      <xsd:simpleType>
        <xsd:restriction base="dms:Lookup"/>
      </xsd:simpleType>
    </xsd:element>
    <xsd:element name="LocOverallPublishStatusLookup" ma:index="79" nillable="true" ma:displayName="Loc Overall Publish Status" ma:default="" ma:list="{B02123C9-D1B3-425D-A38A-7FDEACDA3FC6}" ma:internalName="LocOverallPublishStatusLookup" ma:readOnly="true" ma:showField="OverallPublishStatus" ma:web="c66daf58-3c46-4c48-8560-c485e881f7f9">
      <xsd:simpleType>
        <xsd:restriction base="dms:Lookup"/>
      </xsd:simpleType>
    </xsd:element>
    <xsd:element name="IntlLocPriority" ma:index="80" nillable="true" ma:displayName="Loc Priority" ma:default="" ma:internalName="IntlLocPriority" ma:readOnly="false">
      <xsd:simpleType>
        <xsd:restriction base="dms:Unknown"/>
      </xsd:simpleType>
    </xsd:element>
    <xsd:element name="LocProcessedForHandoffsLookup" ma:index="81" nillable="true" ma:displayName="Loc Processed For Handoffs" ma:default="" ma:list="{B02123C9-D1B3-425D-A38A-7FDEACDA3FC6}" ma:internalName="LocProcessedForHandoffsLookup" ma:readOnly="true" ma:showField="ProcessedForHandoffs" ma:web="c66daf58-3c46-4c48-8560-c485e881f7f9">
      <xsd:simpleType>
        <xsd:restriction base="dms:Lookup"/>
      </xsd:simpleType>
    </xsd:element>
    <xsd:element name="LocProcessedForMarketsLookup" ma:index="82" nillable="true" ma:displayName="Loc Processed For Markets" ma:default="" ma:list="{B02123C9-D1B3-425D-A38A-7FDEACDA3FC6}" ma:internalName="LocProcessedForMarketsLookup" ma:readOnly="true" ma:showField="ProcessedForMarkets" ma:web="c66daf58-3c46-4c48-8560-c485e881f7f9">
      <xsd:simpleType>
        <xsd:restriction base="dms:Lookup"/>
      </xsd:simpleType>
    </xsd:element>
    <xsd:element name="LocPublishedDependentAssetsLookup" ma:index="83" nillable="true" ma:displayName="Loc Published Dependent Assets" ma:default="" ma:list="{B02123C9-D1B3-425D-A38A-7FDEACDA3FC6}" ma:internalName="LocPublishedDependentAssetsLookup" ma:readOnly="true" ma:showField="PublishedDependentAssets" ma:web="c66daf58-3c46-4c48-8560-c485e881f7f9">
      <xsd:simpleType>
        <xsd:restriction base="dms:Lookup"/>
      </xsd:simpleType>
    </xsd:element>
    <xsd:element name="LocPublishedLinkedAssetsLookup" ma:index="84" nillable="true" ma:displayName="Loc Published Linked Assets" ma:default="" ma:list="{B02123C9-D1B3-425D-A38A-7FDEACDA3FC6}" ma:internalName="LocPublishedLinkedAssetsLookup" ma:readOnly="true" ma:showField="PublishedLinkedAssets" ma:web="c66daf58-3c46-4c48-8560-c485e881f7f9">
      <xsd:simpleType>
        <xsd:restriction base="dms:Lookup"/>
      </xsd:simpleType>
    </xsd:element>
    <xsd:element name="LocRecommendedHandoff" ma:index="85" nillable="true" ma:displayName="Loc Recommended Handoff" ma:default="" ma:indexed="true" ma:internalName="LocRecommendedHandoff" ma:readOnly="false">
      <xsd:simpleType>
        <xsd:restriction base="dms:Text"/>
      </xsd:simpleType>
    </xsd:element>
    <xsd:element name="LocalizationTagsTaxHTField0" ma:index="87" nillable="true" ma:taxonomy="true" ma:internalName="LocalizationTagsTaxHTField0" ma:taxonomyFieldName="LocalizationTags" ma:displayName="Localization Tags" ma:readOnly="false" ma:default="" ma:fieldId="{8612d4a4-f894-4474-9fef-d579f90c35e1}" ma:taxonomyMulti="true" ma:sspId="8f79753a-75d3-41f5-8ca3-40b843941b4f" ma:termSetId="5b7703a5-8e8b-4b58-8b31-1cea35331da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achineTranslated" ma:index="88" nillable="true" ma:displayName="Machine Translated" ma:default="" ma:internalName="MachineTranslated" ma:readOnly="false">
      <xsd:simpleType>
        <xsd:restriction base="dms:Boolean"/>
      </xsd:simpleType>
    </xsd:element>
    <xsd:element name="Manager" ma:index="89" nillable="true" ma:displayName="Manager" ma:hidden="true" ma:internalName="Manager" ma:readOnly="false">
      <xsd:simpleType>
        <xsd:restriction base="dms:Text"/>
      </xsd:simpleType>
    </xsd:element>
    <xsd:element name="Markets" ma:index="90" nillable="true" ma:displayName="Markets" ma:default="" ma:description="Leave blank to show in all markets" ma:list="{5EEE958E-8061-4FA6-908C-FF1913BBCE99}" ma:internalName="Markets" ma:readOnly="false" ma:showField="MarketName" ma:web="c66daf58-3c46-4c48-8560-c485e881f7f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Milestone" ma:index="91" nillable="true" ma:displayName="Milestone" ma:default="" ma:internalName="Milestone" ma:readOnly="false">
      <xsd:simpleType>
        <xsd:restriction base="dms:Unknown"/>
      </xsd:simpleType>
    </xsd:element>
    <xsd:element name="TPNamespace" ma:index="94" nillable="true" ma:displayName="Namespace" ma:default="" ma:internalName="TPNamespace">
      <xsd:simpleType>
        <xsd:restriction base="dms:Text"/>
      </xsd:simpleType>
    </xsd:element>
    <xsd:element name="NumericId" ma:index="95" nillable="true" ma:displayName="Numeric ID" ma:default="" ma:indexed="true" ma:internalName="NumericId" ma:readOnly="false">
      <xsd:simpleType>
        <xsd:restriction base="dms:Number"/>
      </xsd:simpleType>
    </xsd:element>
    <xsd:element name="NumOfRatingsLookup" ma:index="96" nillable="true" ma:displayName="NumOfRatings" ma:default="" ma:list="{4424DF09-D473-47CB-8F99-CE4C88C30A56}" ma:internalName="NumOfRatingsLookup" ma:readOnly="true" ma:showField="NumOfRatings" ma:web="c66daf58-3c46-4c48-8560-c485e881f7f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OOCacheId" ma:index="97" nillable="true" ma:displayName="OOCacheId" ma:internalName="OOCacheId" ma:readOnly="false">
      <xsd:simpleType>
        <xsd:restriction base="dms:Text"/>
      </xsd:simpleType>
    </xsd:element>
    <xsd:element name="OpenTemplate" ma:index="98" nillable="true" ma:displayName="Open Template" ma:default="true" ma:internalName="OpenTemplate">
      <xsd:simpleType>
        <xsd:restriction base="dms:Boolean"/>
      </xsd:simpleType>
    </xsd:element>
    <xsd:element name="OriginAsset" ma:index="99" nillable="true" ma:displayName="Origin Asset" ma:default="" ma:internalName="OriginAsset" ma:readOnly="false">
      <xsd:simpleType>
        <xsd:restriction base="dms:Text"/>
      </xsd:simpleType>
    </xsd:element>
    <xsd:element name="OriginalRelease" ma:index="100" nillable="true" ma:displayName="Original Release" ma:default="15" ma:internalName="OriginalRelease" ma:readOnly="false">
      <xsd:simpleType>
        <xsd:restriction base="dms:Choice">
          <xsd:enumeration value="14"/>
          <xsd:enumeration value="15"/>
          <xsd:enumeration value="16"/>
        </xsd:restriction>
      </xsd:simpleType>
    </xsd:element>
    <xsd:element name="OriginalSourceMarket" ma:index="101" nillable="true" ma:displayName="Original Source Market Group" ma:default="" ma:internalName="OriginalSourceMarket" ma:readOnly="false">
      <xsd:simpleType>
        <xsd:restriction base="dms:Text"/>
      </xsd:simpleType>
    </xsd:element>
    <xsd:element name="OutputCachingOn" ma:index="102" nillable="true" ma:displayName="Output Caching" ma:default="true" ma:hidden="true" ma:internalName="OutputCachingOn" ma:readOnly="false">
      <xsd:simpleType>
        <xsd:restriction base="dms:Boolean"/>
      </xsd:simpleType>
    </xsd:element>
    <xsd:element name="ParentAssetId" ma:index="103" nillable="true" ma:displayName="Parent Asset Id" ma:default="" ma:internalName="ParentAssetId" ma:readOnly="false">
      <xsd:simpleType>
        <xsd:restriction base="dms:Text"/>
      </xsd:simpleType>
    </xsd:element>
    <xsd:element name="PlannedPubDate" ma:index="104" nillable="true" ma:displayName="Planned Publish Date" ma:default="" ma:indexed="true" ma:internalName="PlannedPubDate" ma:readOnly="false">
      <xsd:simpleType>
        <xsd:restriction base="dms:DateTime"/>
      </xsd:simpleType>
    </xsd:element>
    <xsd:element name="PolicheckWords" ma:index="105" nillable="true" ma:displayName="Policheck Words" ma:default="" ma:internalName="PolicheckWords" ma:readOnly="false">
      <xsd:simpleType>
        <xsd:restriction base="dms:Text"/>
      </xsd:simpleType>
    </xsd:element>
    <xsd:element name="BusinessGroup" ma:index="106" nillable="true" ma:displayName="Product Division Owner" ma:default="" ma:internalName="BusinessGroup" ma:readOnly="false">
      <xsd:simpleType>
        <xsd:restriction base="dms:Unknown"/>
      </xsd:simpleType>
    </xsd:element>
    <xsd:element name="UAProjectedTotalWords" ma:index="107" nillable="true" ma:displayName="Projected Word Count" ma:default="" ma:internalName="UAProjectedTotalWords" ma:readOnly="false">
      <xsd:simpleType>
        <xsd:restriction base="dms:Unknown"/>
      </xsd:simpleType>
    </xsd:element>
    <xsd:element name="Provider" ma:index="108" nillable="true" ma:displayName="Provider" ma:default="" ma:internalName="Provider" ma:readOnly="false">
      <xsd:simpleType>
        <xsd:restriction base="dms:Unknown"/>
      </xsd:simpleType>
    </xsd:element>
    <xsd:element name="Providers" ma:index="109" nillable="true" ma:displayName="Providers" ma:default="" ma:internalName="Providers">
      <xsd:simpleType>
        <xsd:restriction base="dms:Unknown"/>
      </xsd:simpleType>
    </xsd:element>
    <xsd:element name="PublishStatusLookup" ma:index="110" nillable="true" ma:displayName="Publish Status" ma:default="" ma:list="{4424DF09-D473-47CB-8F99-CE4C88C30A56}" ma:internalName="PublishStatusLookup" ma:readOnly="false" ma:showField="PublishStatus" ma:web="c66daf58-3c46-4c48-8560-c485e881f7f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PublishTargets" ma:index="111" nillable="true" ma:displayName="Publish Target" ma:default="OfficeOnlineVNext" ma:internalName="PublishTargets" ma:readOnly="false">
      <xsd:simpleType>
        <xsd:restriction base="dms:Unknown"/>
      </xsd:simpleType>
    </xsd:element>
    <xsd:element name="RecommendationsModifier" ma:index="112" nillable="true" ma:displayName="Recommendations Modifier" ma:default="" ma:internalName="RecommendationsModifier" ma:readOnly="false">
      <xsd:simpleType>
        <xsd:restriction base="dms:Number"/>
      </xsd:simpleType>
    </xsd:element>
    <xsd:element name="ArtSampleDocs" ma:index="113" nillable="true" ma:displayName="Sample Docs" ma:default="" ma:hidden="true" ma:internalName="ArtSampleDocs" ma:readOnly="false">
      <xsd:simpleType>
        <xsd:restriction base="dms:Text"/>
      </xsd:simpleType>
    </xsd:element>
    <xsd:element name="ScenarioTagsTaxHTField0" ma:index="115" nillable="true" ma:taxonomy="true" ma:internalName="ScenarioTagsTaxHTField0" ma:taxonomyFieldName="ScenarioTags" ma:displayName="Scenarios" ma:readOnly="false" ma:default="" ma:fieldId="{8e26204e-beeb-4929-ac8b-f970debed3f2}" ma:taxonomyMulti="true" ma:sspId="8f79753a-75d3-41f5-8ca3-40b843941b4f" ma:termSetId="4b7d5f16-e2f2-4fc0-bab3-6e8b931e57d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owIn" ma:index="117" nillable="true" ma:displayName="Show In" ma:default="Show everywhere" ma:internalName="ShowIn" ma:readOnly="false">
      <xsd:simpleType>
        <xsd:restriction base="dms:Choice">
          <xsd:enumeration value="Hide on web"/>
          <xsd:enumeration value="On Web no search"/>
          <xsd:enumeration value="Show everywhere"/>
          <xsd:enumeration value="Special use only"/>
        </xsd:restriction>
      </xsd:simpleType>
    </xsd:element>
    <xsd:element name="SourceTitle" ma:index="118" nillable="true" ma:displayName="Source Title" ma:default="" ma:indexed="true" ma:internalName="SourceTitle" ma:readOnly="false">
      <xsd:simpleType>
        <xsd:restriction base="dms:Text"/>
      </xsd:simpleType>
    </xsd:element>
    <xsd:element name="CSXSubmissionDate" ma:index="119" nillable="true" ma:displayName="Submission Date" ma:default="" ma:internalName="CSXSubmissionDate" ma:readOnly="false">
      <xsd:simpleType>
        <xsd:restriction base="dms:DateTime"/>
      </xsd:simpleType>
    </xsd:element>
    <xsd:element name="SubmitterId" ma:index="120" nillable="true" ma:displayName="Submitter ID" ma:default="" ma:internalName="SubmitterId" ma:readOnly="false">
      <xsd:simpleType>
        <xsd:restriction base="dms:Text"/>
      </xsd:simpleType>
    </xsd:element>
    <xsd:element name="TaxCatchAll" ma:index="121" nillable="true" ma:displayName="Taxonomy Catch All Column" ma:hidden="true" ma:list="{a0cdb01e-f835-423d-bf84-41ea51f83b24}" ma:internalName="TaxCatchAll" ma:showField="CatchAllData" ma:web="c66daf58-3c46-4c48-8560-c485e881f7f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22" nillable="true" ma:displayName="Taxonomy Catch All Column1" ma:hidden="true" ma:list="{a0cdb01e-f835-423d-bf84-41ea51f83b24}" ma:internalName="TaxCatchAllLabel" ma:readOnly="true" ma:showField="CatchAllDataLabel" ma:web="c66daf58-3c46-4c48-8560-c485e881f7f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emplateStatus" ma:index="123" nillable="true" ma:displayName="Template Status" ma:default="" ma:internalName="TemplateStatus">
      <xsd:simpleType>
        <xsd:restriction base="dms:Unknown"/>
      </xsd:simpleType>
    </xsd:element>
    <xsd:element name="TemplateTemplateType" ma:index="124" nillable="true" ma:displayName="Template Type" ma:default="" ma:internalName="TemplateTemplateType">
      <xsd:simpleType>
        <xsd:restriction base="dms:Unknown"/>
      </xsd:simpleType>
    </xsd:element>
    <xsd:element name="ThumbnailAssetId" ma:index="125" nillable="true" ma:displayName="Thumbnail Image Asset" ma:default="" ma:internalName="ThumbnailAssetId" ma:readOnly="false">
      <xsd:simpleType>
        <xsd:restriction base="dms:Text"/>
      </xsd:simpleType>
    </xsd:element>
    <xsd:element name="TimesCloned" ma:index="126" nillable="true" ma:displayName="Times Cloned" ma:default="" ma:internalName="TimesCloned" ma:readOnly="false">
      <xsd:simpleType>
        <xsd:restriction base="dms:Number"/>
      </xsd:simpleType>
    </xsd:element>
    <xsd:element name="TrustLevel" ma:index="128" nillable="true" ma:displayName="Trust Level" ma:default="1 Microsoft Managed Content" ma:internalName="TrustLevel" ma:readOnly="false">
      <xsd:simpleType>
        <xsd:restriction base="dms:Unknown"/>
      </xsd:simpleType>
    </xsd:element>
    <xsd:element name="UALocComments" ma:index="129" nillable="true" ma:displayName="UA Loc Comments" ma:default="" ma:internalName="UALocComments" ma:readOnly="false">
      <xsd:simpleType>
        <xsd:restriction base="dms:Note"/>
      </xsd:simpleType>
    </xsd:element>
    <xsd:element name="UALocRecommendation" ma:index="130" nillable="true" ma:displayName="UA Loc Recommendation" ma:default="Localize" ma:internalName="UALocRecommendation" ma:readOnly="false">
      <xsd:simpleType>
        <xsd:restriction base="dms:Choice">
          <xsd:enumeration value="Localize"/>
          <xsd:enumeration value="Never Localize"/>
          <xsd:enumeration value="Priority Localize"/>
        </xsd:restriction>
      </xsd:simpleType>
    </xsd:element>
    <xsd:element name="UANotes" ma:index="131" nillable="true" ma:displayName="UA Notes" ma:default="" ma:internalName="UANotes" ma:readOnly="false">
      <xsd:simpleType>
        <xsd:restriction base="dms:Note"/>
      </xsd:simpleType>
    </xsd:element>
    <xsd:element name="TPAppVersion" ma:index="132" nillable="true" ma:displayName="Version" ma:default="" ma:internalName="TPAppVersion">
      <xsd:simpleType>
        <xsd:restriction base="dms:Text"/>
      </xsd:simpleType>
    </xsd:element>
    <xsd:element name="VoteCount" ma:index="133" nillable="true" ma:displayName="Vote Count" ma:default="" ma:internalName="VoteCount" ma:readOnly="fals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e8ea6d1-e150-4704-b47c-0a92d6aed386" elementFormDefault="qualified">
    <xsd:import namespace="http://schemas.microsoft.com/office/2006/documentManagement/types"/>
    <xsd:import namespace="http://schemas.microsoft.com/office/infopath/2007/PartnerControls"/>
    <xsd:element name="Description0" ma:index="134" nillable="true" ma:displayName="Description" ma:internalName="Description0">
      <xsd:simpleType>
        <xsd:restriction base="dms:Note"/>
      </xsd:simpleType>
    </xsd:element>
    <xsd:element name="Component" ma:index="135" nillable="true" ma:displayName="Component" ma:internalName="Component">
      <xsd:simpleType>
        <xsd:restriction base="dms:Text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22" ma:displayName="Content Type"/>
        <xsd:element ref="dc:title" minOccurs="0" maxOccurs="1" ma:index="127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6836B0F-2395-43B9-BBEF-90A78CA70F2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AD91B05-EE62-488D-A77F-C7BE0D6F624B}">
  <ds:schemaRefs>
    <ds:schemaRef ds:uri="http://schemas.microsoft.com/office/2006/metadata/properties"/>
    <ds:schemaRef ds:uri="http://schemas.microsoft.com/office/infopath/2007/PartnerControls"/>
    <ds:schemaRef ds:uri="c66daf58-3c46-4c48-8560-c485e881f7f9"/>
    <ds:schemaRef ds:uri="8e8ea6d1-e150-4704-b47c-0a92d6aed386"/>
  </ds:schemaRefs>
</ds:datastoreItem>
</file>

<file path=customXml/itemProps3.xml><?xml version="1.0" encoding="utf-8"?>
<ds:datastoreItem xmlns:ds="http://schemas.openxmlformats.org/officeDocument/2006/customXml" ds:itemID="{5DB3ED21-A1EF-489C-A546-CA509DBC518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66daf58-3c46-4c48-8560-c485e881f7f9"/>
    <ds:schemaRef ds:uri="8e8ea6d1-e150-4704-b47c-0a92d6aed38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銷售策略簡報，Facet 佈景主題 (寬螢幕)</Template>
  <TotalTime>232</TotalTime>
  <Words>291</Words>
  <Application>Microsoft Office PowerPoint</Application>
  <PresentationFormat>Widescreen</PresentationFormat>
  <Paragraphs>48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Microsoft JhengHei UI</vt:lpstr>
      <vt:lpstr>Aptos</vt:lpstr>
      <vt:lpstr>Arial</vt:lpstr>
      <vt:lpstr>Wingdings 3</vt:lpstr>
      <vt:lpstr>多面向</vt:lpstr>
      <vt:lpstr>COMP2003HK Computing Group Project</vt:lpstr>
      <vt:lpstr> Project Planning Process  (Follow-up needed)</vt:lpstr>
      <vt:lpstr>Design Decisions (Follow-up needed)</vt:lpstr>
      <vt:lpstr>Demonstration of an initial prototype</vt:lpstr>
      <vt:lpstr>Welcome &amp; User Login Page</vt:lpstr>
      <vt:lpstr>Home Page( Gamification )</vt:lpstr>
      <vt:lpstr>Prioritized &amp; Functionalities</vt:lpstr>
      <vt:lpstr>Technology Stack</vt:lpstr>
      <vt:lpstr>Why This Combination Works</vt:lpstr>
      <vt:lpstr>Dashboard</vt:lpstr>
      <vt:lpstr>Session logging</vt:lpstr>
      <vt:lpstr>Setting Page</vt:lpstr>
      <vt:lpstr>Q&amp;A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a26030</dc:creator>
  <cp:lastModifiedBy>TANG HING FAT</cp:lastModifiedBy>
  <cp:revision>21</cp:revision>
  <dcterms:created xsi:type="dcterms:W3CDTF">2025-12-30T15:35:04Z</dcterms:created>
  <dcterms:modified xsi:type="dcterms:W3CDTF">2026-01-05T15:08:18Z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0x0101009D4095AFEE790E42B52CF3AD35B999BF040086E71550AC00CE488731BAE03648ABFB</vt:lpwstr>
  </property>
  <property fmtid="{D5CDD505-2E9C-101B-9397-08002B2CF9AE}" pid="3" name="InternalTags">
    <vt:lpwstr/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  <property fmtid="{D5CDD505-2E9C-101B-9397-08002B2CF9AE}" pid="8" name="HiddenCategoryTags">
    <vt:lpwstr/>
  </property>
  <property fmtid="{D5CDD505-2E9C-101B-9397-08002B2CF9AE}" pid="9" name="CategoryTags">
    <vt:lpwstr/>
  </property>
  <property fmtid="{D5CDD505-2E9C-101B-9397-08002B2CF9AE}" pid="10" name="CategoryTagsTaxHTField0">
    <vt:lpwstr/>
  </property>
  <property fmtid="{D5CDD505-2E9C-101B-9397-08002B2CF9AE}" pid="11" name="HiddenCategoryTagsTaxHTField0">
    <vt:lpwstr/>
  </property>
</Properties>
</file>