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81" r:id="rId6"/>
    <p:sldId id="261" r:id="rId7"/>
    <p:sldId id="282" r:id="rId8"/>
    <p:sldId id="262" r:id="rId9"/>
    <p:sldId id="278" r:id="rId10"/>
    <p:sldId id="279" r:id="rId11"/>
    <p:sldId id="280" r:id="rId12"/>
    <p:sldId id="275" r:id="rId13"/>
    <p:sldId id="274" r:id="rId14"/>
    <p:sldId id="27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72E21-DEB7-4B08-BB01-084B525D19AD}" v="2" dt="2026-01-05T15:45:42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1/6/2026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C7A-27E1-1BFC-F620-2D816B91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>
            <a:extLst>
              <a:ext uri="{FF2B5EF4-FFF2-40B4-BE49-F238E27FC236}">
                <a16:creationId xmlns:a16="http://schemas.microsoft.com/office/drawing/2014/main" id="{7DCD91F7-094D-C1EF-F92D-4FD7450C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pt-BR" altLang="zh-TW" b="1"/>
              <a:t> Project Planning </a:t>
            </a:r>
            <a:r>
              <a:rPr lang="pt-BR" altLang="zh-TW" b="1" err="1"/>
              <a:t>Process</a:t>
            </a:r>
            <a:r>
              <a:rPr lang="pt-BR" altLang="zh-TW" b="1"/>
              <a:t> </a:t>
            </a:r>
            <a:endParaRPr lang="zh-TW" b="1">
              <a:highlight>
                <a:srgbClr val="FFFF00"/>
              </a:highlight>
            </a:endParaRPr>
          </a:p>
        </p:txBody>
      </p:sp>
      <p:sp>
        <p:nvSpPr>
          <p:cNvPr id="86019" name="矩形 3">
            <a:extLst>
              <a:ext uri="{FF2B5EF4-FFF2-40B4-BE49-F238E27FC236}">
                <a16:creationId xmlns:a16="http://schemas.microsoft.com/office/drawing/2014/main" id="{38F3B01F-0296-1649-2543-78FBCEA29F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HK" dirty="0"/>
          </a:p>
          <a:p>
            <a:endParaRPr lang="zh-TW" dirty="0"/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7BC2DBA1-5829-65B5-5074-9147F803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270000"/>
            <a:ext cx="6410204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387F-40C0-5169-4AB4-A151AAE0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71" y="548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Aptos" panose="020B0004020202020204" pitchFamily="34" charset="0"/>
              </a:rPr>
              <a:t>Design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A1A01-15DF-DFA9-AAEB-144F16EC6635}"/>
              </a:ext>
            </a:extLst>
          </p:cNvPr>
          <p:cNvSpPr txBox="1"/>
          <p:nvPr/>
        </p:nvSpPr>
        <p:spPr>
          <a:xfrm>
            <a:off x="762000" y="1843950"/>
            <a:ext cx="10048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Gamification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Prioritized Our Functionalities.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How We Chose Our Development Platform.</a:t>
            </a:r>
          </a:p>
        </p:txBody>
      </p:sp>
    </p:spTree>
    <p:extLst>
      <p:ext uri="{BB962C8B-B14F-4D97-AF65-F5344CB8AC3E}">
        <p14:creationId xmlns:p14="http://schemas.microsoft.com/office/powerpoint/2010/main" val="233224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585" y="111760"/>
            <a:ext cx="6282089" cy="68072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Gamification 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41553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 err="1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1" i="0" dirty="0">
                <a:solidFill>
                  <a:srgbClr val="00B0F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Aptos" panose="020B0004020202020204" pitchFamily="34" charset="0"/>
              </a:rPr>
              <a:t>Setting  &amp; Account</a:t>
            </a:r>
            <a:endParaRPr lang="en-GB" b="1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accent1"/>
                </a:solidFill>
              </a:rPr>
              <a:t>Thank You</a:t>
            </a:r>
            <a:endParaRPr lang="zh-TW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2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255</TotalTime>
  <Words>176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</vt:lpstr>
      <vt:lpstr>Welcome &amp; User Login Page</vt:lpstr>
      <vt:lpstr>Design Decisions</vt:lpstr>
      <vt:lpstr>Gamification </vt:lpstr>
      <vt:lpstr>Prioritized &amp; Functionalities</vt:lpstr>
      <vt:lpstr>Technology Stack</vt:lpstr>
      <vt:lpstr>Why This Combination Works</vt:lpstr>
      <vt:lpstr>Dashboard</vt:lpstr>
      <vt:lpstr>Session logging</vt:lpstr>
      <vt:lpstr>Setting  &amp; Account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TANG HING FAT</cp:lastModifiedBy>
  <cp:revision>23</cp:revision>
  <dcterms:created xsi:type="dcterms:W3CDTF">2025-12-30T15:35:04Z</dcterms:created>
  <dcterms:modified xsi:type="dcterms:W3CDTF">2026-01-06T07:19:21Z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